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Quattrocento Sans" panose="020B0502050000020003" pitchFamily="34" charset="0"/>
      <p:regular r:id="rId17"/>
    </p:embeddedFont>
    <p:embeddedFont>
      <p:font typeface="Quattrocento Sans" panose="020B0502050000020003" pitchFamily="34" charset="-122"/>
      <p:regular r:id="rId18"/>
    </p:embeddedFont>
    <p:embeddedFont>
      <p:font typeface="Quattrocento Sans" panose="020B0502050000020003" pitchFamily="34" charset="-120"/>
      <p:regular r:id="rId19"/>
    </p:embeddedFont>
    <p:embeddedFont>
      <p:font typeface="Liter" panose="02000503030000020004" pitchFamily="34" charset="0"/>
      <p:regular r:id="rId20"/>
    </p:embeddedFont>
    <p:embeddedFont>
      <p:font typeface="Liter" panose="02000503030000020004" pitchFamily="34" charset="-122"/>
      <p:regular r:id="rId21"/>
    </p:embeddedFont>
    <p:embeddedFont>
      <p:font typeface="Liter" panose="02000503030000020004" pitchFamily="34" charset="-120"/>
      <p:regular r:id="rId22"/>
    </p:embeddedFont>
    <p:embeddedFont>
      <p:font typeface="MiSans" pitchFamily="34" charset="-122"/>
      <p:regular r:id="rId23"/>
    </p:embeddedFont>
    <p:embeddedFont>
      <p:font typeface="MiSans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Segoe UI" panose="020B0502040204020203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4173200" y="6572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9" name="Text 6"/>
          <p:cNvSpPr/>
          <p:nvPr/>
        </p:nvSpPr>
        <p:spPr>
          <a:xfrm>
            <a:off x="902970" y="2460625"/>
            <a:ext cx="100330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fr-FR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Mise en place d’une infrastructure DevOps avec CI/CD et Kubernetes </a:t>
            </a:r>
            <a:endParaRPr lang="en-US" altLang="fr-FR" sz="3600" b="1" dirty="0">
              <a:solidFill>
                <a:srgbClr val="E0E2E5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fr-FR" sz="3600" b="1" dirty="0">
                <a:solidFill>
                  <a:srgbClr val="E5956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pour une application de gestion des absences</a:t>
            </a:r>
            <a:r>
              <a:rPr lang="fr-FR" altLang="en-US" sz="3600" b="1" dirty="0">
                <a:solidFill>
                  <a:srgbClr val="E5956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endParaRPr lang="fr-FR" altLang="en-US" sz="3600" b="1" dirty="0">
              <a:solidFill>
                <a:srgbClr val="E5956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603500" y="4946015"/>
            <a:ext cx="2247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1F497D"/>
                </a:solidFill>
                <a:latin typeface="Times New Roman" panose="02020603050405020304" charset="0"/>
                <a:ea typeface="Segoe UI" panose="020B0502040204020203"/>
                <a:cs typeface="Times New Roman" panose="02020603050405020304" charset="0"/>
              </a:rPr>
              <a:t>Présentée par :</a:t>
            </a:r>
            <a:r>
              <a:rPr lang="en-US" dirty="0">
                <a:solidFill>
                  <a:srgbClr val="E0E2E5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</a:t>
            </a:r>
            <a:endParaRPr lang="en-US" dirty="0">
              <a:solidFill>
                <a:srgbClr val="E0E2E5"/>
              </a:solidFill>
              <a:latin typeface="Times New Roman" panose="02020603050405020304" charset="0"/>
              <a:ea typeface="Quattrocento Sans" panose="020B0502050000020003" pitchFamily="3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E0E2E5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Ouarrak Layla</a:t>
            </a:r>
            <a:endParaRPr lang="en-US" dirty="0">
              <a:solidFill>
                <a:srgbClr val="E0E2E5"/>
              </a:solidFill>
              <a:latin typeface="Times New Roman" panose="02020603050405020304" charset="0"/>
              <a:ea typeface="Quattrocento Sans" panose="020B0502050000020003" pitchFamily="3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E0E2E5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Sanae Outighli </a:t>
            </a:r>
            <a:endParaRPr lang="en-US" dirty="0">
              <a:solidFill>
                <a:srgbClr val="E0E2E5"/>
              </a:solidFill>
              <a:latin typeface="Times New Roman" panose="02020603050405020304" charset="0"/>
              <a:ea typeface="Quattrocento Sans" panose="020B0502050000020003" pitchFamily="34" charset="-122"/>
              <a:cs typeface="Times New Roman" panose="0202060305040502030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64910" y="4602480"/>
            <a:ext cx="2238375" cy="748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b="1">
                <a:solidFill>
                  <a:srgbClr val="1F497D"/>
                </a:solidFill>
                <a:latin typeface="Times New Roman" panose="02020603050405020304"/>
                <a:ea typeface="Segoe UI" panose="020B0502040204020203"/>
              </a:rPr>
              <a:t>Encadrée par :</a:t>
            </a:r>
            <a:endParaRPr lang="en-US" altLang="zh-CN" b="1">
              <a:solidFill>
                <a:srgbClr val="1F497D"/>
              </a:solidFill>
              <a:latin typeface="Times New Roman" panose="02020603050405020304"/>
              <a:ea typeface="Segoe UI" panose="020B0502040204020203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altLang="fr-FR" sz="2400" dirty="0"/>
              <a:t> </a:t>
            </a:r>
            <a:r>
              <a:rPr lang="en-US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Pr. F. BENABBOU</a:t>
            </a:r>
            <a:endParaRPr lang="en-US" altLang="fr-FR" dirty="0">
              <a:solidFill>
                <a:srgbClr val="E0E2E5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pic>
        <p:nvPicPr>
          <p:cNvPr id="31" name="Image 30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5" y="497205"/>
            <a:ext cx="2170430" cy="1192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Image 31" descr="IMG_2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68" y="496888"/>
            <a:ext cx="1771015" cy="9772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Zone de texte 32"/>
          <p:cNvSpPr txBox="1"/>
          <p:nvPr/>
        </p:nvSpPr>
        <p:spPr>
          <a:xfrm>
            <a:off x="2842260" y="601757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i="0">
                <a:solidFill>
                  <a:srgbClr val="1F497D"/>
                </a:solidFill>
                <a:latin typeface="Times New Roman" panose="02020603050405020304"/>
                <a:ea typeface="Segoe UI" panose="020B0502040204020203"/>
              </a:rPr>
              <a:t>Année Universitaire :</a:t>
            </a:r>
            <a:r>
              <a:rPr lang="en-US" altLang="zh-CN" b="1" i="0">
                <a:solidFill>
                  <a:srgbClr val="0070C0"/>
                </a:solidFill>
                <a:latin typeface="Times New Roman" panose="02020603050405020304"/>
                <a:ea typeface="Segoe UI" panose="020B0502040204020203"/>
              </a:rPr>
              <a:t> </a:t>
            </a:r>
            <a:r>
              <a:rPr lang="en-US" i="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2026 - 2027</a:t>
            </a:r>
            <a:endParaRPr lang="en-US" i="0" dirty="0">
              <a:solidFill>
                <a:srgbClr val="E0E2E5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77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Plan de la présentation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8590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00050" y="1485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7" name="Shape 5"/>
          <p:cNvSpPr/>
          <p:nvPr/>
        </p:nvSpPr>
        <p:spPr>
          <a:xfrm>
            <a:off x="6477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8" name="Text 6"/>
          <p:cNvSpPr/>
          <p:nvPr/>
        </p:nvSpPr>
        <p:spPr>
          <a:xfrm>
            <a:off x="804118" y="1847850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17145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 &amp; Objectifs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09550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Contexte du projet et définition des objectifs DevOps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43650" y="148590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343650" y="1485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3" name="Shape 11"/>
          <p:cNvSpPr/>
          <p:nvPr/>
        </p:nvSpPr>
        <p:spPr>
          <a:xfrm>
            <a:off x="65913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4" name="Text 12"/>
          <p:cNvSpPr/>
          <p:nvPr/>
        </p:nvSpPr>
        <p:spPr>
          <a:xfrm>
            <a:off x="6721822" y="184785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91400" y="17145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Application GestiAbsence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91400" y="209550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Présentation de l'application web de gestion des absences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0035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400050" y="28003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9" name="Shape 17"/>
          <p:cNvSpPr/>
          <p:nvPr/>
        </p:nvSpPr>
        <p:spPr>
          <a:xfrm>
            <a:off x="647700" y="3028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0" name="Text 18"/>
          <p:cNvSpPr/>
          <p:nvPr/>
        </p:nvSpPr>
        <p:spPr>
          <a:xfrm>
            <a:off x="777032" y="31623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30289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Conteneurisation Docker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340995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Containerisation de l'application avec Docker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43650" y="280035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343650" y="28003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5" name="Shape 23"/>
          <p:cNvSpPr/>
          <p:nvPr/>
        </p:nvSpPr>
        <p:spPr>
          <a:xfrm>
            <a:off x="6591300" y="3028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6" name="Text 24"/>
          <p:cNvSpPr/>
          <p:nvPr/>
        </p:nvSpPr>
        <p:spPr>
          <a:xfrm>
            <a:off x="6720780" y="31623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91400" y="30289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Terraform &amp; Ansible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1400" y="340995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 et configuration automatique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11480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00050" y="41148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1" name="Shape 29"/>
          <p:cNvSpPr/>
          <p:nvPr/>
        </p:nvSpPr>
        <p:spPr>
          <a:xfrm>
            <a:off x="6477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2" name="Text 30"/>
          <p:cNvSpPr/>
          <p:nvPr/>
        </p:nvSpPr>
        <p:spPr>
          <a:xfrm>
            <a:off x="778966" y="4476750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43434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 Kubernetes K3s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7800" y="472440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sur cluster Kubernetes léger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3650" y="411480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43650" y="41148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7" name="Shape 35"/>
          <p:cNvSpPr/>
          <p:nvPr/>
        </p:nvSpPr>
        <p:spPr>
          <a:xfrm>
            <a:off x="65913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8" name="Text 36"/>
          <p:cNvSpPr/>
          <p:nvPr/>
        </p:nvSpPr>
        <p:spPr>
          <a:xfrm>
            <a:off x="6719441" y="447675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91400" y="43434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Pipeline CI/CD GitLab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91400" y="472440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Automatisation du déploiement avec GitLab CI/CD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42925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400050" y="54292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3" name="Shape 41"/>
          <p:cNvSpPr/>
          <p:nvPr/>
        </p:nvSpPr>
        <p:spPr>
          <a:xfrm>
            <a:off x="647700" y="5657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4" name="Text 42"/>
          <p:cNvSpPr/>
          <p:nvPr/>
        </p:nvSpPr>
        <p:spPr>
          <a:xfrm>
            <a:off x="788194" y="5791200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47800" y="56578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Résultats &amp; Validation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47800" y="603885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Démonstration et validation du projet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3650" y="5429250"/>
            <a:ext cx="5467350" cy="1085850"/>
          </a:xfrm>
          <a:custGeom>
            <a:avLst/>
            <a:gdLst/>
            <a:ahLst/>
            <a:cxnLst/>
            <a:rect l="l" t="t" r="r" b="b"/>
            <a:pathLst>
              <a:path w="5467350" h="1085850">
                <a:moveTo>
                  <a:pt x="38100" y="0"/>
                </a:moveTo>
                <a:lnTo>
                  <a:pt x="5353053" y="0"/>
                </a:lnTo>
                <a:cubicBezTo>
                  <a:pt x="5416178" y="0"/>
                  <a:pt x="5467350" y="51172"/>
                  <a:pt x="5467350" y="114297"/>
                </a:cubicBezTo>
                <a:lnTo>
                  <a:pt x="5467350" y="971553"/>
                </a:lnTo>
                <a:cubicBezTo>
                  <a:pt x="5467350" y="1034678"/>
                  <a:pt x="5416178" y="1085850"/>
                  <a:pt x="5353053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343650" y="54292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9" name="Shape 47"/>
          <p:cNvSpPr/>
          <p:nvPr/>
        </p:nvSpPr>
        <p:spPr>
          <a:xfrm>
            <a:off x="6591300" y="5657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50" name="Text 48"/>
          <p:cNvSpPr/>
          <p:nvPr/>
        </p:nvSpPr>
        <p:spPr>
          <a:xfrm>
            <a:off x="6717209" y="5791200"/>
            <a:ext cx="5048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91400" y="56578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91400" y="603885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Bilan et perspectives d'amélioration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7700"/>
            <a:ext cx="50387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 et Objectifs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6080" y="1414780"/>
            <a:ext cx="4381500" cy="2812415"/>
          </a:xfrm>
          <a:custGeom>
            <a:avLst/>
            <a:gdLst/>
            <a:ahLst/>
            <a:cxnLst/>
            <a:rect l="l" t="t" r="r" b="b"/>
            <a:pathLst>
              <a:path w="4381500" h="3057525">
                <a:moveTo>
                  <a:pt x="114290" y="0"/>
                </a:moveTo>
                <a:lnTo>
                  <a:pt x="4267210" y="0"/>
                </a:lnTo>
                <a:cubicBezTo>
                  <a:pt x="4330330" y="0"/>
                  <a:pt x="4381500" y="51170"/>
                  <a:pt x="4381500" y="114290"/>
                </a:cubicBezTo>
                <a:lnTo>
                  <a:pt x="4381500" y="2943235"/>
                </a:lnTo>
                <a:cubicBezTo>
                  <a:pt x="4381500" y="3006355"/>
                  <a:pt x="4330330" y="3057525"/>
                  <a:pt x="4267210" y="3057525"/>
                </a:cubicBezTo>
                <a:lnTo>
                  <a:pt x="114290" y="3057525"/>
                </a:lnTo>
                <a:cubicBezTo>
                  <a:pt x="51170" y="3057525"/>
                  <a:pt x="0" y="3006355"/>
                  <a:pt x="0" y="29432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  <p:txBody>
          <a:bodyPr/>
          <a:p>
            <a:endParaRPr lang="fr-FR" altLang="en-US"/>
          </a:p>
        </p:txBody>
      </p:sp>
      <p:sp>
        <p:nvSpPr>
          <p:cNvPr id="7" name="Text 5"/>
          <p:cNvSpPr/>
          <p:nvPr/>
        </p:nvSpPr>
        <p:spPr>
          <a:xfrm>
            <a:off x="665798" y="1628775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Contexte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4530" y="2262505"/>
            <a:ext cx="38481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Ce projet met en place une infrastructure DevOps complète sur AWS</a:t>
            </a:r>
            <a:r>
              <a:rPr lang="en-US" sz="13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déployer une application web de façon automatisée — de la création du code jusqu'à la mise en production.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4710113"/>
            <a:ext cx="4381500" cy="1762125"/>
          </a:xfrm>
          <a:custGeom>
            <a:avLst/>
            <a:gdLst/>
            <a:ahLst/>
            <a:cxnLst/>
            <a:rect l="l" t="t" r="r" b="b"/>
            <a:pathLst>
              <a:path w="4381500" h="1762125">
                <a:moveTo>
                  <a:pt x="114291" y="0"/>
                </a:moveTo>
                <a:lnTo>
                  <a:pt x="4267209" y="0"/>
                </a:lnTo>
                <a:cubicBezTo>
                  <a:pt x="4330330" y="0"/>
                  <a:pt x="4381500" y="51170"/>
                  <a:pt x="4381500" y="114291"/>
                </a:cubicBezTo>
                <a:lnTo>
                  <a:pt x="4381500" y="1647834"/>
                </a:lnTo>
                <a:cubicBezTo>
                  <a:pt x="4381500" y="1710955"/>
                  <a:pt x="4330330" y="1762125"/>
                  <a:pt x="426720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4881880"/>
            <a:ext cx="149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53625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33425" y="54768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150" y="70336"/>
                </a:moveTo>
                <a:lnTo>
                  <a:pt x="84475" y="70336"/>
                </a:lnTo>
                <a:lnTo>
                  <a:pt x="84475" y="52655"/>
                </a:lnTo>
                <a:lnTo>
                  <a:pt x="104150" y="52655"/>
                </a:lnTo>
                <a:lnTo>
                  <a:pt x="104150" y="70336"/>
                </a:lnTo>
                <a:close/>
                <a:moveTo>
                  <a:pt x="104150" y="9525"/>
                </a:moveTo>
                <a:lnTo>
                  <a:pt x="84475" y="9525"/>
                </a:lnTo>
                <a:lnTo>
                  <a:pt x="84475" y="27593"/>
                </a:lnTo>
                <a:lnTo>
                  <a:pt x="104150" y="27593"/>
                </a:lnTo>
                <a:lnTo>
                  <a:pt x="104150" y="9525"/>
                </a:lnTo>
                <a:close/>
                <a:moveTo>
                  <a:pt x="127427" y="52626"/>
                </a:moveTo>
                <a:lnTo>
                  <a:pt x="107752" y="52626"/>
                </a:lnTo>
                <a:lnTo>
                  <a:pt x="107752" y="70306"/>
                </a:lnTo>
                <a:lnTo>
                  <a:pt x="127427" y="70306"/>
                </a:lnTo>
                <a:lnTo>
                  <a:pt x="127427" y="52626"/>
                </a:lnTo>
                <a:close/>
                <a:moveTo>
                  <a:pt x="80903" y="31165"/>
                </a:moveTo>
                <a:lnTo>
                  <a:pt x="61228" y="31165"/>
                </a:lnTo>
                <a:lnTo>
                  <a:pt x="61228" y="49054"/>
                </a:lnTo>
                <a:lnTo>
                  <a:pt x="80903" y="49054"/>
                </a:lnTo>
                <a:lnTo>
                  <a:pt x="80903" y="31165"/>
                </a:lnTo>
                <a:close/>
                <a:moveTo>
                  <a:pt x="104150" y="31165"/>
                </a:moveTo>
                <a:lnTo>
                  <a:pt x="84475" y="31165"/>
                </a:lnTo>
                <a:lnTo>
                  <a:pt x="84475" y="49054"/>
                </a:lnTo>
                <a:lnTo>
                  <a:pt x="104150" y="49054"/>
                </a:lnTo>
                <a:lnTo>
                  <a:pt x="104150" y="31165"/>
                </a:lnTo>
                <a:close/>
                <a:moveTo>
                  <a:pt x="186541" y="60930"/>
                </a:moveTo>
                <a:cubicBezTo>
                  <a:pt x="182255" y="58043"/>
                  <a:pt x="172373" y="57001"/>
                  <a:pt x="164783" y="58430"/>
                </a:cubicBezTo>
                <a:cubicBezTo>
                  <a:pt x="163800" y="51286"/>
                  <a:pt x="159812" y="45065"/>
                  <a:pt x="152549" y="39469"/>
                </a:cubicBezTo>
                <a:lnTo>
                  <a:pt x="148382" y="36701"/>
                </a:lnTo>
                <a:lnTo>
                  <a:pt x="145613" y="40868"/>
                </a:lnTo>
                <a:cubicBezTo>
                  <a:pt x="140137" y="49143"/>
                  <a:pt x="138648" y="62776"/>
                  <a:pt x="144512" y="71765"/>
                </a:cubicBezTo>
                <a:cubicBezTo>
                  <a:pt x="141923" y="73164"/>
                  <a:pt x="136833" y="75069"/>
                  <a:pt x="130106" y="74950"/>
                </a:cubicBezTo>
                <a:lnTo>
                  <a:pt x="714" y="74950"/>
                </a:lnTo>
                <a:cubicBezTo>
                  <a:pt x="-1875" y="90071"/>
                  <a:pt x="2441" y="109716"/>
                  <a:pt x="13811" y="123200"/>
                </a:cubicBezTo>
                <a:cubicBezTo>
                  <a:pt x="24854" y="136267"/>
                  <a:pt x="41404" y="142905"/>
                  <a:pt x="63044" y="142905"/>
                </a:cubicBezTo>
                <a:cubicBezTo>
                  <a:pt x="109895" y="142905"/>
                  <a:pt x="144572" y="121325"/>
                  <a:pt x="160794" y="82123"/>
                </a:cubicBezTo>
                <a:cubicBezTo>
                  <a:pt x="167164" y="82242"/>
                  <a:pt x="180915" y="82153"/>
                  <a:pt x="187970" y="68669"/>
                </a:cubicBezTo>
                <a:cubicBezTo>
                  <a:pt x="188416" y="67925"/>
                  <a:pt x="189934" y="64740"/>
                  <a:pt x="190500" y="63579"/>
                </a:cubicBezTo>
                <a:lnTo>
                  <a:pt x="186541" y="60930"/>
                </a:lnTo>
                <a:close/>
                <a:moveTo>
                  <a:pt x="34409" y="52626"/>
                </a:moveTo>
                <a:lnTo>
                  <a:pt x="14764" y="52626"/>
                </a:lnTo>
                <a:lnTo>
                  <a:pt x="14764" y="70306"/>
                </a:lnTo>
                <a:lnTo>
                  <a:pt x="34439" y="70306"/>
                </a:lnTo>
                <a:lnTo>
                  <a:pt x="34439" y="52626"/>
                </a:lnTo>
                <a:lnTo>
                  <a:pt x="34409" y="52626"/>
                </a:lnTo>
                <a:close/>
                <a:moveTo>
                  <a:pt x="57656" y="52626"/>
                </a:moveTo>
                <a:lnTo>
                  <a:pt x="37981" y="52626"/>
                </a:lnTo>
                <a:lnTo>
                  <a:pt x="37981" y="70306"/>
                </a:lnTo>
                <a:lnTo>
                  <a:pt x="57656" y="70306"/>
                </a:lnTo>
                <a:lnTo>
                  <a:pt x="57656" y="52626"/>
                </a:lnTo>
                <a:close/>
                <a:moveTo>
                  <a:pt x="80903" y="52626"/>
                </a:moveTo>
                <a:lnTo>
                  <a:pt x="61228" y="52626"/>
                </a:lnTo>
                <a:lnTo>
                  <a:pt x="61228" y="70306"/>
                </a:lnTo>
                <a:lnTo>
                  <a:pt x="80903" y="70306"/>
                </a:lnTo>
                <a:lnTo>
                  <a:pt x="80903" y="52626"/>
                </a:lnTo>
                <a:close/>
                <a:moveTo>
                  <a:pt x="57656" y="31165"/>
                </a:moveTo>
                <a:lnTo>
                  <a:pt x="37981" y="31165"/>
                </a:lnTo>
                <a:lnTo>
                  <a:pt x="37981" y="49054"/>
                </a:lnTo>
                <a:lnTo>
                  <a:pt x="57656" y="49054"/>
                </a:lnTo>
                <a:lnTo>
                  <a:pt x="57656" y="31165"/>
                </a:lnTo>
                <a:close/>
              </a:path>
            </a:pathLst>
          </a:custGeom>
          <a:solidFill>
            <a:srgbClr val="E59560"/>
          </a:solidFill>
        </p:spPr>
      </p:sp>
      <p:sp>
        <p:nvSpPr>
          <p:cNvPr id="14" name="Text 12"/>
          <p:cNvSpPr/>
          <p:nvPr/>
        </p:nvSpPr>
        <p:spPr>
          <a:xfrm>
            <a:off x="1000125" y="5438775"/>
            <a:ext cx="552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61406" y="53625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2094756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548" y="61228"/>
                </a:moveTo>
                <a:lnTo>
                  <a:pt x="115014" y="48578"/>
                </a:lnTo>
                <a:cubicBezTo>
                  <a:pt x="119122" y="54322"/>
                  <a:pt x="121980" y="61049"/>
                  <a:pt x="123170" y="68282"/>
                </a:cubicBezTo>
                <a:lnTo>
                  <a:pt x="104001" y="69562"/>
                </a:lnTo>
                <a:cubicBezTo>
                  <a:pt x="103287" y="66556"/>
                  <a:pt x="102096" y="63758"/>
                  <a:pt x="100548" y="61228"/>
                </a:cubicBezTo>
                <a:close/>
                <a:moveTo>
                  <a:pt x="142250" y="67032"/>
                </a:moveTo>
                <a:cubicBezTo>
                  <a:pt x="140672" y="55483"/>
                  <a:pt x="136118" y="44857"/>
                  <a:pt x="129391" y="35987"/>
                </a:cubicBezTo>
                <a:lnTo>
                  <a:pt x="129629" y="35778"/>
                </a:lnTo>
                <a:cubicBezTo>
                  <a:pt x="133648" y="32266"/>
                  <a:pt x="133856" y="26075"/>
                  <a:pt x="130076" y="22324"/>
                </a:cubicBezTo>
                <a:cubicBezTo>
                  <a:pt x="126296" y="18574"/>
                  <a:pt x="120134" y="18752"/>
                  <a:pt x="116622" y="22771"/>
                </a:cubicBezTo>
                <a:lnTo>
                  <a:pt x="116413" y="23009"/>
                </a:lnTo>
                <a:cubicBezTo>
                  <a:pt x="107543" y="16282"/>
                  <a:pt x="96917" y="11728"/>
                  <a:pt x="85368" y="10150"/>
                </a:cubicBezTo>
                <a:lnTo>
                  <a:pt x="85398" y="9823"/>
                </a:lnTo>
                <a:cubicBezTo>
                  <a:pt x="85755" y="4495"/>
                  <a:pt x="81528" y="0"/>
                  <a:pt x="76200" y="0"/>
                </a:cubicBezTo>
                <a:cubicBezTo>
                  <a:pt x="70872" y="0"/>
                  <a:pt x="66645" y="4524"/>
                  <a:pt x="67002" y="9823"/>
                </a:cubicBezTo>
                <a:lnTo>
                  <a:pt x="67032" y="10150"/>
                </a:lnTo>
                <a:cubicBezTo>
                  <a:pt x="55483" y="11728"/>
                  <a:pt x="44857" y="16282"/>
                  <a:pt x="35987" y="23009"/>
                </a:cubicBezTo>
                <a:lnTo>
                  <a:pt x="35778" y="22771"/>
                </a:lnTo>
                <a:cubicBezTo>
                  <a:pt x="32266" y="18752"/>
                  <a:pt x="26075" y="18544"/>
                  <a:pt x="22324" y="22324"/>
                </a:cubicBezTo>
                <a:cubicBezTo>
                  <a:pt x="18574" y="26104"/>
                  <a:pt x="18752" y="32266"/>
                  <a:pt x="22771" y="35778"/>
                </a:cubicBezTo>
                <a:lnTo>
                  <a:pt x="23009" y="35987"/>
                </a:lnTo>
                <a:cubicBezTo>
                  <a:pt x="16282" y="44857"/>
                  <a:pt x="11728" y="55483"/>
                  <a:pt x="10150" y="67032"/>
                </a:cubicBezTo>
                <a:lnTo>
                  <a:pt x="9823" y="67002"/>
                </a:lnTo>
                <a:cubicBezTo>
                  <a:pt x="4495" y="66645"/>
                  <a:pt x="0" y="70872"/>
                  <a:pt x="0" y="76200"/>
                </a:cubicBezTo>
                <a:cubicBezTo>
                  <a:pt x="0" y="81528"/>
                  <a:pt x="4524" y="85755"/>
                  <a:pt x="9823" y="85398"/>
                </a:cubicBezTo>
                <a:lnTo>
                  <a:pt x="10150" y="85368"/>
                </a:lnTo>
                <a:cubicBezTo>
                  <a:pt x="11728" y="96917"/>
                  <a:pt x="16282" y="107543"/>
                  <a:pt x="23009" y="116413"/>
                </a:cubicBezTo>
                <a:lnTo>
                  <a:pt x="22771" y="116622"/>
                </a:lnTo>
                <a:cubicBezTo>
                  <a:pt x="18752" y="120134"/>
                  <a:pt x="18544" y="126325"/>
                  <a:pt x="22324" y="130076"/>
                </a:cubicBezTo>
                <a:cubicBezTo>
                  <a:pt x="26104" y="133826"/>
                  <a:pt x="32266" y="133648"/>
                  <a:pt x="35778" y="129629"/>
                </a:cubicBezTo>
                <a:lnTo>
                  <a:pt x="35987" y="129391"/>
                </a:lnTo>
                <a:cubicBezTo>
                  <a:pt x="44857" y="136118"/>
                  <a:pt x="55483" y="140672"/>
                  <a:pt x="67032" y="142250"/>
                </a:cubicBezTo>
                <a:lnTo>
                  <a:pt x="67002" y="142577"/>
                </a:lnTo>
                <a:cubicBezTo>
                  <a:pt x="66645" y="147905"/>
                  <a:pt x="70872" y="152400"/>
                  <a:pt x="76200" y="152400"/>
                </a:cubicBezTo>
                <a:cubicBezTo>
                  <a:pt x="81528" y="152400"/>
                  <a:pt x="85755" y="147876"/>
                  <a:pt x="85398" y="142577"/>
                </a:cubicBezTo>
                <a:lnTo>
                  <a:pt x="85368" y="142250"/>
                </a:lnTo>
                <a:cubicBezTo>
                  <a:pt x="96917" y="140672"/>
                  <a:pt x="107543" y="136118"/>
                  <a:pt x="116413" y="129391"/>
                </a:cubicBezTo>
                <a:lnTo>
                  <a:pt x="116622" y="129629"/>
                </a:lnTo>
                <a:cubicBezTo>
                  <a:pt x="120134" y="133648"/>
                  <a:pt x="126296" y="133856"/>
                  <a:pt x="130076" y="130076"/>
                </a:cubicBezTo>
                <a:cubicBezTo>
                  <a:pt x="133856" y="126296"/>
                  <a:pt x="133648" y="120134"/>
                  <a:pt x="129629" y="116622"/>
                </a:cubicBezTo>
                <a:lnTo>
                  <a:pt x="129391" y="116413"/>
                </a:lnTo>
                <a:cubicBezTo>
                  <a:pt x="136118" y="107543"/>
                  <a:pt x="140672" y="96917"/>
                  <a:pt x="142250" y="85368"/>
                </a:cubicBezTo>
                <a:lnTo>
                  <a:pt x="142577" y="85398"/>
                </a:lnTo>
                <a:cubicBezTo>
                  <a:pt x="147905" y="85755"/>
                  <a:pt x="152400" y="81528"/>
                  <a:pt x="152400" y="76200"/>
                </a:cubicBezTo>
                <a:cubicBezTo>
                  <a:pt x="152400" y="70872"/>
                  <a:pt x="147876" y="66645"/>
                  <a:pt x="142577" y="67002"/>
                </a:cubicBezTo>
                <a:lnTo>
                  <a:pt x="142250" y="67032"/>
                </a:lnTo>
                <a:close/>
                <a:moveTo>
                  <a:pt x="48578" y="37386"/>
                </a:moveTo>
                <a:cubicBezTo>
                  <a:pt x="54322" y="33278"/>
                  <a:pt x="61049" y="30420"/>
                  <a:pt x="68282" y="29200"/>
                </a:cubicBezTo>
                <a:lnTo>
                  <a:pt x="69562" y="48369"/>
                </a:lnTo>
                <a:cubicBezTo>
                  <a:pt x="66586" y="49084"/>
                  <a:pt x="63758" y="50274"/>
                  <a:pt x="61228" y="51822"/>
                </a:cubicBezTo>
                <a:lnTo>
                  <a:pt x="48578" y="37356"/>
                </a:lnTo>
                <a:close/>
                <a:moveTo>
                  <a:pt x="29230" y="68282"/>
                </a:moveTo>
                <a:cubicBezTo>
                  <a:pt x="30450" y="61020"/>
                  <a:pt x="33308" y="54322"/>
                  <a:pt x="37415" y="48578"/>
                </a:cubicBezTo>
                <a:lnTo>
                  <a:pt x="51881" y="61228"/>
                </a:lnTo>
                <a:cubicBezTo>
                  <a:pt x="50304" y="63758"/>
                  <a:pt x="49143" y="66586"/>
                  <a:pt x="48429" y="69562"/>
                </a:cubicBezTo>
                <a:lnTo>
                  <a:pt x="29260" y="68282"/>
                </a:lnTo>
                <a:close/>
                <a:moveTo>
                  <a:pt x="37415" y="103822"/>
                </a:moveTo>
                <a:cubicBezTo>
                  <a:pt x="33308" y="98078"/>
                  <a:pt x="30450" y="91351"/>
                  <a:pt x="29230" y="84118"/>
                </a:cubicBezTo>
                <a:lnTo>
                  <a:pt x="48399" y="82838"/>
                </a:lnTo>
                <a:cubicBezTo>
                  <a:pt x="49113" y="85844"/>
                  <a:pt x="50304" y="88642"/>
                  <a:pt x="51852" y="91172"/>
                </a:cubicBezTo>
                <a:lnTo>
                  <a:pt x="37386" y="103822"/>
                </a:lnTo>
                <a:close/>
                <a:moveTo>
                  <a:pt x="68312" y="123170"/>
                </a:moveTo>
                <a:cubicBezTo>
                  <a:pt x="61049" y="121950"/>
                  <a:pt x="54352" y="119092"/>
                  <a:pt x="48607" y="115014"/>
                </a:cubicBezTo>
                <a:lnTo>
                  <a:pt x="61258" y="100548"/>
                </a:lnTo>
                <a:cubicBezTo>
                  <a:pt x="63788" y="102126"/>
                  <a:pt x="66615" y="103287"/>
                  <a:pt x="69592" y="104001"/>
                </a:cubicBezTo>
                <a:lnTo>
                  <a:pt x="68312" y="123170"/>
                </a:lnTo>
                <a:close/>
                <a:moveTo>
                  <a:pt x="103852" y="115014"/>
                </a:moveTo>
                <a:cubicBezTo>
                  <a:pt x="98108" y="119122"/>
                  <a:pt x="91380" y="121980"/>
                  <a:pt x="84147" y="123170"/>
                </a:cubicBezTo>
                <a:lnTo>
                  <a:pt x="82867" y="104001"/>
                </a:lnTo>
                <a:cubicBezTo>
                  <a:pt x="85844" y="103287"/>
                  <a:pt x="88672" y="102096"/>
                  <a:pt x="91202" y="100548"/>
                </a:cubicBezTo>
                <a:lnTo>
                  <a:pt x="103852" y="115014"/>
                </a:lnTo>
                <a:close/>
                <a:moveTo>
                  <a:pt x="123200" y="84118"/>
                </a:moveTo>
                <a:cubicBezTo>
                  <a:pt x="121980" y="91380"/>
                  <a:pt x="119122" y="98078"/>
                  <a:pt x="115044" y="103822"/>
                </a:cubicBezTo>
                <a:lnTo>
                  <a:pt x="100578" y="91172"/>
                </a:lnTo>
                <a:cubicBezTo>
                  <a:pt x="102156" y="88612"/>
                  <a:pt x="103316" y="85814"/>
                  <a:pt x="104031" y="82838"/>
                </a:cubicBezTo>
                <a:lnTo>
                  <a:pt x="123200" y="84118"/>
                </a:lnTo>
                <a:close/>
                <a:moveTo>
                  <a:pt x="103852" y="37415"/>
                </a:moveTo>
                <a:lnTo>
                  <a:pt x="91202" y="51881"/>
                </a:lnTo>
                <a:cubicBezTo>
                  <a:pt x="88642" y="50304"/>
                  <a:pt x="85844" y="49143"/>
                  <a:pt x="82867" y="48429"/>
                </a:cubicBezTo>
                <a:lnTo>
                  <a:pt x="84147" y="29260"/>
                </a:lnTo>
                <a:cubicBezTo>
                  <a:pt x="91410" y="30480"/>
                  <a:pt x="98108" y="33337"/>
                  <a:pt x="103852" y="37445"/>
                </a:cubicBezTo>
                <a:close/>
                <a:moveTo>
                  <a:pt x="76200" y="66675"/>
                </a:move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ubicBezTo>
                  <a:pt x="66675" y="70943"/>
                  <a:pt x="70943" y="66675"/>
                  <a:pt x="76200" y="66675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7" name="Text 15"/>
          <p:cNvSpPr/>
          <p:nvPr/>
        </p:nvSpPr>
        <p:spPr>
          <a:xfrm>
            <a:off x="2342406" y="5438775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K8s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03836" y="53625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437186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0" name="Text 18"/>
          <p:cNvSpPr/>
          <p:nvPr/>
        </p:nvSpPr>
        <p:spPr>
          <a:xfrm>
            <a:off x="3684836" y="5438775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58578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762000" y="5972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3" name="Text 21"/>
          <p:cNvSpPr/>
          <p:nvPr/>
        </p:nvSpPr>
        <p:spPr>
          <a:xfrm>
            <a:off x="1000125" y="5934075"/>
            <a:ext cx="561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Ansible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61406" y="58578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2094756" y="5972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0019" y="60900"/>
                </a:moveTo>
                <a:lnTo>
                  <a:pt x="149810" y="60365"/>
                </a:lnTo>
                <a:lnTo>
                  <a:pt x="129064" y="6251"/>
                </a:lnTo>
                <a:cubicBezTo>
                  <a:pt x="128647" y="5179"/>
                  <a:pt x="127903" y="4286"/>
                  <a:pt x="126921" y="3691"/>
                </a:cubicBezTo>
                <a:cubicBezTo>
                  <a:pt x="126206" y="3215"/>
                  <a:pt x="125403" y="2947"/>
                  <a:pt x="124539" y="2857"/>
                </a:cubicBezTo>
                <a:cubicBezTo>
                  <a:pt x="123676" y="2768"/>
                  <a:pt x="122843" y="2887"/>
                  <a:pt x="122039" y="3185"/>
                </a:cubicBezTo>
                <a:cubicBezTo>
                  <a:pt x="121235" y="3483"/>
                  <a:pt x="120521" y="3989"/>
                  <a:pt x="119926" y="4614"/>
                </a:cubicBezTo>
                <a:cubicBezTo>
                  <a:pt x="119360" y="5239"/>
                  <a:pt x="118943" y="6013"/>
                  <a:pt x="118705" y="6816"/>
                </a:cubicBezTo>
                <a:lnTo>
                  <a:pt x="104715" y="49679"/>
                </a:lnTo>
                <a:lnTo>
                  <a:pt x="48012" y="49679"/>
                </a:lnTo>
                <a:lnTo>
                  <a:pt x="33992" y="6816"/>
                </a:lnTo>
                <a:cubicBezTo>
                  <a:pt x="33754" y="5983"/>
                  <a:pt x="33338" y="5239"/>
                  <a:pt x="32772" y="4614"/>
                </a:cubicBezTo>
                <a:cubicBezTo>
                  <a:pt x="32177" y="3989"/>
                  <a:pt x="31462" y="3512"/>
                  <a:pt x="30659" y="3185"/>
                </a:cubicBezTo>
                <a:cubicBezTo>
                  <a:pt x="29885" y="2887"/>
                  <a:pt x="29021" y="2768"/>
                  <a:pt x="28158" y="2857"/>
                </a:cubicBezTo>
                <a:cubicBezTo>
                  <a:pt x="27295" y="2947"/>
                  <a:pt x="26491" y="3215"/>
                  <a:pt x="25777" y="3691"/>
                </a:cubicBezTo>
                <a:cubicBezTo>
                  <a:pt x="24825" y="4286"/>
                  <a:pt x="24051" y="5209"/>
                  <a:pt x="23634" y="6251"/>
                </a:cubicBezTo>
                <a:lnTo>
                  <a:pt x="2917" y="60365"/>
                </a:lnTo>
                <a:lnTo>
                  <a:pt x="2679" y="60900"/>
                </a:lnTo>
                <a:cubicBezTo>
                  <a:pt x="-298" y="68699"/>
                  <a:pt x="-685" y="77272"/>
                  <a:pt x="1637" y="85308"/>
                </a:cubicBezTo>
                <a:cubicBezTo>
                  <a:pt x="3929" y="93315"/>
                  <a:pt x="8781" y="100399"/>
                  <a:pt x="15448" y="105430"/>
                </a:cubicBezTo>
                <a:lnTo>
                  <a:pt x="15538" y="105489"/>
                </a:lnTo>
                <a:lnTo>
                  <a:pt x="15716" y="105608"/>
                </a:lnTo>
                <a:lnTo>
                  <a:pt x="47268" y="129272"/>
                </a:lnTo>
                <a:cubicBezTo>
                  <a:pt x="58728" y="137934"/>
                  <a:pt x="67121" y="144244"/>
                  <a:pt x="72450" y="148292"/>
                </a:cubicBezTo>
                <a:cubicBezTo>
                  <a:pt x="73551" y="148858"/>
                  <a:pt x="74920" y="149572"/>
                  <a:pt x="76319" y="149572"/>
                </a:cubicBezTo>
                <a:cubicBezTo>
                  <a:pt x="77718" y="149572"/>
                  <a:pt x="79087" y="148858"/>
                  <a:pt x="80189" y="148292"/>
                </a:cubicBezTo>
                <a:cubicBezTo>
                  <a:pt x="85517" y="144274"/>
                  <a:pt x="93911" y="137904"/>
                  <a:pt x="105370" y="129272"/>
                </a:cubicBezTo>
                <a:lnTo>
                  <a:pt x="137130" y="105489"/>
                </a:lnTo>
                <a:lnTo>
                  <a:pt x="137220" y="105400"/>
                </a:lnTo>
                <a:cubicBezTo>
                  <a:pt x="143887" y="100370"/>
                  <a:pt x="148739" y="93315"/>
                  <a:pt x="150793" y="85308"/>
                </a:cubicBezTo>
                <a:cubicBezTo>
                  <a:pt x="153353" y="77272"/>
                  <a:pt x="152995" y="68699"/>
                  <a:pt x="150019" y="6090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6" name="Text 24"/>
          <p:cNvSpPr/>
          <p:nvPr/>
        </p:nvSpPr>
        <p:spPr>
          <a:xfrm>
            <a:off x="2342406" y="5934075"/>
            <a:ext cx="485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CI/CD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03836" y="5857875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76200" y="0"/>
                </a:moveTo>
                <a:lnTo>
                  <a:pt x="1152525" y="0"/>
                </a:lnTo>
                <a:cubicBezTo>
                  <a:pt x="1194581" y="0"/>
                  <a:pt x="1228725" y="34144"/>
                  <a:pt x="1228725" y="76200"/>
                </a:cubicBezTo>
                <a:lnTo>
                  <a:pt x="1228725" y="304800"/>
                </a:lnTo>
                <a:cubicBezTo>
                  <a:pt x="1228725" y="346856"/>
                  <a:pt x="1194581" y="381000"/>
                  <a:pt x="11525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3418136" y="59721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3697" y="60424"/>
                </a:moveTo>
                <a:cubicBezTo>
                  <a:pt x="53489" y="67151"/>
                  <a:pt x="56852" y="70158"/>
                  <a:pt x="56942" y="72033"/>
                </a:cubicBezTo>
                <a:cubicBezTo>
                  <a:pt x="56912" y="72420"/>
                  <a:pt x="56763" y="72777"/>
                  <a:pt x="56555" y="73104"/>
                </a:cubicBezTo>
                <a:cubicBezTo>
                  <a:pt x="56346" y="73432"/>
                  <a:pt x="56049" y="73700"/>
                  <a:pt x="55721" y="73878"/>
                </a:cubicBezTo>
                <a:lnTo>
                  <a:pt x="51911" y="76557"/>
                </a:lnTo>
                <a:cubicBezTo>
                  <a:pt x="51405" y="76914"/>
                  <a:pt x="50840" y="77093"/>
                  <a:pt x="50244" y="77123"/>
                </a:cubicBezTo>
                <a:cubicBezTo>
                  <a:pt x="50125" y="77123"/>
                  <a:pt x="47804" y="77659"/>
                  <a:pt x="44142" y="69503"/>
                </a:cubicBezTo>
                <a:cubicBezTo>
                  <a:pt x="41910" y="72301"/>
                  <a:pt x="39082" y="74533"/>
                  <a:pt x="35838" y="76051"/>
                </a:cubicBezTo>
                <a:cubicBezTo>
                  <a:pt x="32593" y="77569"/>
                  <a:pt x="29081" y="78343"/>
                  <a:pt x="25509" y="78284"/>
                </a:cubicBezTo>
                <a:cubicBezTo>
                  <a:pt x="20657" y="78551"/>
                  <a:pt x="7531" y="75545"/>
                  <a:pt x="8215" y="61555"/>
                </a:cubicBezTo>
                <a:cubicBezTo>
                  <a:pt x="7739" y="50155"/>
                  <a:pt x="18365" y="43071"/>
                  <a:pt x="29319" y="43696"/>
                </a:cubicBezTo>
                <a:cubicBezTo>
                  <a:pt x="31432" y="43696"/>
                  <a:pt x="35749" y="43815"/>
                  <a:pt x="43309" y="45571"/>
                </a:cubicBezTo>
                <a:lnTo>
                  <a:pt x="43309" y="40928"/>
                </a:lnTo>
                <a:cubicBezTo>
                  <a:pt x="44113" y="33040"/>
                  <a:pt x="38933" y="26938"/>
                  <a:pt x="29974" y="27861"/>
                </a:cubicBezTo>
                <a:cubicBezTo>
                  <a:pt x="29260" y="27861"/>
                  <a:pt x="24199" y="27712"/>
                  <a:pt x="16341" y="30867"/>
                </a:cubicBezTo>
                <a:cubicBezTo>
                  <a:pt x="14139" y="31879"/>
                  <a:pt x="13871" y="31700"/>
                  <a:pt x="13127" y="31700"/>
                </a:cubicBezTo>
                <a:cubicBezTo>
                  <a:pt x="10924" y="31700"/>
                  <a:pt x="11817" y="25301"/>
                  <a:pt x="12263" y="24497"/>
                </a:cubicBezTo>
                <a:cubicBezTo>
                  <a:pt x="13811" y="22592"/>
                  <a:pt x="22949" y="19020"/>
                  <a:pt x="31879" y="19080"/>
                </a:cubicBezTo>
                <a:cubicBezTo>
                  <a:pt x="37862" y="18544"/>
                  <a:pt x="43815" y="20389"/>
                  <a:pt x="48458" y="24229"/>
                </a:cubicBezTo>
                <a:cubicBezTo>
                  <a:pt x="50334" y="26343"/>
                  <a:pt x="51792" y="28813"/>
                  <a:pt x="52685" y="31492"/>
                </a:cubicBezTo>
                <a:cubicBezTo>
                  <a:pt x="53578" y="34171"/>
                  <a:pt x="53935" y="36999"/>
                  <a:pt x="53727" y="39826"/>
                </a:cubicBezTo>
                <a:lnTo>
                  <a:pt x="53727" y="60454"/>
                </a:lnTo>
                <a:close/>
                <a:moveTo>
                  <a:pt x="27980" y="70068"/>
                </a:moveTo>
                <a:cubicBezTo>
                  <a:pt x="37624" y="69919"/>
                  <a:pt x="41731" y="64115"/>
                  <a:pt x="42654" y="60990"/>
                </a:cubicBezTo>
                <a:cubicBezTo>
                  <a:pt x="43398" y="57983"/>
                  <a:pt x="43279" y="56108"/>
                  <a:pt x="43279" y="52834"/>
                </a:cubicBezTo>
                <a:cubicBezTo>
                  <a:pt x="40392" y="52149"/>
                  <a:pt x="36255" y="51375"/>
                  <a:pt x="31492" y="51375"/>
                </a:cubicBezTo>
                <a:cubicBezTo>
                  <a:pt x="26968" y="51048"/>
                  <a:pt x="18752" y="53042"/>
                  <a:pt x="19080" y="60990"/>
                </a:cubicBezTo>
                <a:cubicBezTo>
                  <a:pt x="18723" y="65990"/>
                  <a:pt x="22384" y="70336"/>
                  <a:pt x="28009" y="70068"/>
                </a:cubicBezTo>
                <a:close/>
                <a:moveTo>
                  <a:pt x="78849" y="76944"/>
                </a:moveTo>
                <a:cubicBezTo>
                  <a:pt x="76498" y="77152"/>
                  <a:pt x="75426" y="75486"/>
                  <a:pt x="75069" y="73849"/>
                </a:cubicBezTo>
                <a:lnTo>
                  <a:pt x="60246" y="24825"/>
                </a:lnTo>
                <a:cubicBezTo>
                  <a:pt x="59948" y="23991"/>
                  <a:pt x="59769" y="23158"/>
                  <a:pt x="59680" y="22265"/>
                </a:cubicBezTo>
                <a:cubicBezTo>
                  <a:pt x="59621" y="21908"/>
                  <a:pt x="59710" y="21550"/>
                  <a:pt x="59918" y="21253"/>
                </a:cubicBezTo>
                <a:cubicBezTo>
                  <a:pt x="60127" y="20955"/>
                  <a:pt x="60454" y="20776"/>
                  <a:pt x="60811" y="20717"/>
                </a:cubicBezTo>
                <a:cubicBezTo>
                  <a:pt x="60871" y="20717"/>
                  <a:pt x="60186" y="20717"/>
                  <a:pt x="67419" y="20717"/>
                </a:cubicBezTo>
                <a:cubicBezTo>
                  <a:pt x="70039" y="20449"/>
                  <a:pt x="70872" y="22503"/>
                  <a:pt x="71170" y="23813"/>
                </a:cubicBezTo>
                <a:lnTo>
                  <a:pt x="81826" y="65723"/>
                </a:lnTo>
                <a:lnTo>
                  <a:pt x="91708" y="23813"/>
                </a:lnTo>
                <a:cubicBezTo>
                  <a:pt x="91857" y="22860"/>
                  <a:pt x="92571" y="20509"/>
                  <a:pt x="95518" y="20776"/>
                </a:cubicBezTo>
                <a:lnTo>
                  <a:pt x="100638" y="20776"/>
                </a:lnTo>
                <a:cubicBezTo>
                  <a:pt x="101292" y="20717"/>
                  <a:pt x="103942" y="20628"/>
                  <a:pt x="104418" y="23872"/>
                </a:cubicBezTo>
                <a:lnTo>
                  <a:pt x="114330" y="66288"/>
                </a:lnTo>
                <a:lnTo>
                  <a:pt x="125313" y="23842"/>
                </a:lnTo>
                <a:cubicBezTo>
                  <a:pt x="125462" y="23187"/>
                  <a:pt x="126117" y="20449"/>
                  <a:pt x="129094" y="20747"/>
                </a:cubicBezTo>
                <a:lnTo>
                  <a:pt x="134957" y="20747"/>
                </a:lnTo>
                <a:cubicBezTo>
                  <a:pt x="135225" y="20717"/>
                  <a:pt x="136803" y="20509"/>
                  <a:pt x="136535" y="23306"/>
                </a:cubicBezTo>
                <a:cubicBezTo>
                  <a:pt x="136416" y="23842"/>
                  <a:pt x="137547" y="20122"/>
                  <a:pt x="120819" y="73878"/>
                </a:cubicBezTo>
                <a:cubicBezTo>
                  <a:pt x="120491" y="75515"/>
                  <a:pt x="119390" y="77182"/>
                  <a:pt x="117038" y="76974"/>
                </a:cubicBezTo>
                <a:lnTo>
                  <a:pt x="111472" y="76974"/>
                </a:lnTo>
                <a:cubicBezTo>
                  <a:pt x="108228" y="77331"/>
                  <a:pt x="107752" y="74087"/>
                  <a:pt x="107692" y="73789"/>
                </a:cubicBezTo>
                <a:lnTo>
                  <a:pt x="97810" y="32980"/>
                </a:lnTo>
                <a:lnTo>
                  <a:pt x="88047" y="73759"/>
                </a:lnTo>
                <a:cubicBezTo>
                  <a:pt x="87987" y="74087"/>
                  <a:pt x="87541" y="77301"/>
                  <a:pt x="84266" y="76944"/>
                </a:cubicBezTo>
                <a:lnTo>
                  <a:pt x="78819" y="76944"/>
                </a:lnTo>
                <a:lnTo>
                  <a:pt x="78819" y="76944"/>
                </a:lnTo>
                <a:close/>
                <a:moveTo>
                  <a:pt x="160258" y="78611"/>
                </a:moveTo>
                <a:cubicBezTo>
                  <a:pt x="158502" y="78611"/>
                  <a:pt x="150168" y="78522"/>
                  <a:pt x="143173" y="74950"/>
                </a:cubicBezTo>
                <a:cubicBezTo>
                  <a:pt x="142488" y="74652"/>
                  <a:pt x="141893" y="74176"/>
                  <a:pt x="141476" y="73521"/>
                </a:cubicBezTo>
                <a:cubicBezTo>
                  <a:pt x="141059" y="72866"/>
                  <a:pt x="140851" y="72152"/>
                  <a:pt x="140851" y="71408"/>
                </a:cubicBezTo>
                <a:lnTo>
                  <a:pt x="140851" y="68223"/>
                </a:lnTo>
                <a:cubicBezTo>
                  <a:pt x="140851" y="65693"/>
                  <a:pt x="142696" y="66169"/>
                  <a:pt x="143470" y="66467"/>
                </a:cubicBezTo>
                <a:cubicBezTo>
                  <a:pt x="146447" y="67687"/>
                  <a:pt x="148382" y="68580"/>
                  <a:pt x="152043" y="69324"/>
                </a:cubicBezTo>
                <a:cubicBezTo>
                  <a:pt x="162967" y="71557"/>
                  <a:pt x="167759" y="68640"/>
                  <a:pt x="168920" y="67985"/>
                </a:cubicBezTo>
                <a:cubicBezTo>
                  <a:pt x="172849" y="65663"/>
                  <a:pt x="173147" y="60335"/>
                  <a:pt x="170497" y="57596"/>
                </a:cubicBezTo>
                <a:cubicBezTo>
                  <a:pt x="167372" y="54977"/>
                  <a:pt x="165884" y="54888"/>
                  <a:pt x="154692" y="51346"/>
                </a:cubicBezTo>
                <a:cubicBezTo>
                  <a:pt x="153323" y="50959"/>
                  <a:pt x="141684" y="47298"/>
                  <a:pt x="141655" y="35749"/>
                </a:cubicBezTo>
                <a:cubicBezTo>
                  <a:pt x="141476" y="27355"/>
                  <a:pt x="149096" y="19020"/>
                  <a:pt x="162342" y="19080"/>
                </a:cubicBezTo>
                <a:cubicBezTo>
                  <a:pt x="166122" y="19080"/>
                  <a:pt x="176153" y="20300"/>
                  <a:pt x="178891" y="23723"/>
                </a:cubicBezTo>
                <a:cubicBezTo>
                  <a:pt x="179308" y="24348"/>
                  <a:pt x="179487" y="25092"/>
                  <a:pt x="179457" y="25807"/>
                </a:cubicBezTo>
                <a:lnTo>
                  <a:pt x="179457" y="28813"/>
                </a:lnTo>
                <a:cubicBezTo>
                  <a:pt x="179457" y="30123"/>
                  <a:pt x="178981" y="30807"/>
                  <a:pt x="177998" y="30807"/>
                </a:cubicBezTo>
                <a:cubicBezTo>
                  <a:pt x="175706" y="30540"/>
                  <a:pt x="171629" y="27474"/>
                  <a:pt x="163354" y="27593"/>
                </a:cubicBezTo>
                <a:cubicBezTo>
                  <a:pt x="161300" y="27474"/>
                  <a:pt x="151477" y="27861"/>
                  <a:pt x="151924" y="35034"/>
                </a:cubicBezTo>
                <a:cubicBezTo>
                  <a:pt x="151805" y="40690"/>
                  <a:pt x="159841" y="42803"/>
                  <a:pt x="160764" y="43041"/>
                </a:cubicBezTo>
                <a:cubicBezTo>
                  <a:pt x="171629" y="46315"/>
                  <a:pt x="175230" y="46851"/>
                  <a:pt x="179546" y="51852"/>
                </a:cubicBezTo>
                <a:cubicBezTo>
                  <a:pt x="184636" y="58460"/>
                  <a:pt x="181898" y="66229"/>
                  <a:pt x="180826" y="68342"/>
                </a:cubicBezTo>
                <a:cubicBezTo>
                  <a:pt x="175141" y="79504"/>
                  <a:pt x="160466" y="78581"/>
                  <a:pt x="160199" y="78581"/>
                </a:cubicBezTo>
                <a:close/>
                <a:moveTo>
                  <a:pt x="172224" y="109835"/>
                </a:moveTo>
                <a:cubicBezTo>
                  <a:pt x="151388" y="125224"/>
                  <a:pt x="121116" y="133410"/>
                  <a:pt x="95280" y="133410"/>
                </a:cubicBezTo>
                <a:cubicBezTo>
                  <a:pt x="60424" y="133648"/>
                  <a:pt x="26730" y="120819"/>
                  <a:pt x="833" y="97482"/>
                </a:cubicBezTo>
                <a:cubicBezTo>
                  <a:pt x="-1101" y="95726"/>
                  <a:pt x="595" y="93315"/>
                  <a:pt x="2977" y="94655"/>
                </a:cubicBezTo>
                <a:cubicBezTo>
                  <a:pt x="31700" y="111085"/>
                  <a:pt x="64204" y="119717"/>
                  <a:pt x="97304" y="119688"/>
                </a:cubicBezTo>
                <a:cubicBezTo>
                  <a:pt x="122009" y="119569"/>
                  <a:pt x="146447" y="114538"/>
                  <a:pt x="169218" y="104954"/>
                </a:cubicBezTo>
                <a:cubicBezTo>
                  <a:pt x="172730" y="103465"/>
                  <a:pt x="175706" y="107275"/>
                  <a:pt x="172224" y="109835"/>
                </a:cubicBezTo>
                <a:close/>
                <a:moveTo>
                  <a:pt x="180915" y="99923"/>
                </a:moveTo>
                <a:cubicBezTo>
                  <a:pt x="178237" y="96500"/>
                  <a:pt x="163264" y="98316"/>
                  <a:pt x="156567" y="99120"/>
                </a:cubicBezTo>
                <a:cubicBezTo>
                  <a:pt x="154543" y="99358"/>
                  <a:pt x="154216" y="97601"/>
                  <a:pt x="156031" y="96292"/>
                </a:cubicBezTo>
                <a:cubicBezTo>
                  <a:pt x="167967" y="87898"/>
                  <a:pt x="187553" y="90309"/>
                  <a:pt x="189786" y="93137"/>
                </a:cubicBezTo>
                <a:cubicBezTo>
                  <a:pt x="192018" y="95964"/>
                  <a:pt x="189161" y="115580"/>
                  <a:pt x="177998" y="124956"/>
                </a:cubicBezTo>
                <a:cubicBezTo>
                  <a:pt x="176272" y="126415"/>
                  <a:pt x="174635" y="125641"/>
                  <a:pt x="175409" y="123736"/>
                </a:cubicBezTo>
                <a:cubicBezTo>
                  <a:pt x="177909" y="117396"/>
                  <a:pt x="183565" y="103346"/>
                  <a:pt x="180886" y="9992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9" name="Text 27"/>
          <p:cNvSpPr/>
          <p:nvPr/>
        </p:nvSpPr>
        <p:spPr>
          <a:xfrm>
            <a:off x="3684836" y="5934075"/>
            <a:ext cx="333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EC2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79653" y="1414463"/>
            <a:ext cx="6724650" cy="5057775"/>
          </a:xfrm>
          <a:custGeom>
            <a:avLst/>
            <a:gdLst/>
            <a:ahLst/>
            <a:cxnLst/>
            <a:rect l="l" t="t" r="r" b="b"/>
            <a:pathLst>
              <a:path w="6724650" h="5057775">
                <a:moveTo>
                  <a:pt x="114306" y="0"/>
                </a:moveTo>
                <a:lnTo>
                  <a:pt x="6610344" y="0"/>
                </a:lnTo>
                <a:cubicBezTo>
                  <a:pt x="6673474" y="0"/>
                  <a:pt x="6724650" y="51176"/>
                  <a:pt x="6724650" y="114306"/>
                </a:cubicBezTo>
                <a:lnTo>
                  <a:pt x="6724650" y="4943469"/>
                </a:lnTo>
                <a:cubicBezTo>
                  <a:pt x="6724650" y="5006599"/>
                  <a:pt x="6673474" y="5057775"/>
                  <a:pt x="661034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89533" y="1628775"/>
            <a:ext cx="2457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89215" y="2371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4" name="Text 32"/>
          <p:cNvSpPr/>
          <p:nvPr/>
        </p:nvSpPr>
        <p:spPr>
          <a:xfrm>
            <a:off x="5579715" y="2466975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98815" y="2371725"/>
            <a:ext cx="559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Développer l'application GestiAbsence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98815" y="2714625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web complète de gestion des absences étudiantes avec Python/Flask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89215" y="31765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8" name="Text 36"/>
          <p:cNvSpPr/>
          <p:nvPr/>
        </p:nvSpPr>
        <p:spPr>
          <a:xfrm>
            <a:off x="5562451" y="3271838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98815" y="3176588"/>
            <a:ext cx="559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Conteneuriser avec Docker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98815" y="3519488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Création d'images Docker pour encapsuler l'application et ses dépendances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89215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2" name="Text 40"/>
          <p:cNvSpPr/>
          <p:nvPr/>
        </p:nvSpPr>
        <p:spPr>
          <a:xfrm>
            <a:off x="5561558" y="4076700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98815" y="3981450"/>
            <a:ext cx="559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Automatiser l'infrastructure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998815" y="4324350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Utilisation de Terraform et Ansible pour le provisionnement et la configuration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89215" y="47863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6" name="Text 44"/>
          <p:cNvSpPr/>
          <p:nvPr/>
        </p:nvSpPr>
        <p:spPr>
          <a:xfrm>
            <a:off x="5561707" y="4881563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98815" y="4786313"/>
            <a:ext cx="559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Déployer sur Kubernetes (K3s)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98815" y="5129213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Orchestration des conteneurs avec un cluster Kubernetes léger et efficace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89215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50" name="Text 48"/>
          <p:cNvSpPr/>
          <p:nvPr/>
        </p:nvSpPr>
        <p:spPr>
          <a:xfrm>
            <a:off x="5562898" y="5686425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98815" y="5591175"/>
            <a:ext cx="559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Mettre en place un pipeline CI/CD GitLab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98815" y="5934075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Automatisation complète du cycle de développement et déploiement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1146" y="638718"/>
            <a:ext cx="5363353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Application GestiAbsence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413" y="1319704"/>
            <a:ext cx="11431174" cy="1192900"/>
          </a:xfrm>
          <a:custGeom>
            <a:avLst/>
            <a:gdLst/>
            <a:ahLst/>
            <a:cxnLst/>
            <a:rect l="l" t="t" r="r" b="b"/>
            <a:pathLst>
              <a:path w="11431174" h="1192900">
                <a:moveTo>
                  <a:pt x="112717" y="0"/>
                </a:moveTo>
                <a:lnTo>
                  <a:pt x="11318457" y="0"/>
                </a:lnTo>
                <a:cubicBezTo>
                  <a:pt x="11380709" y="0"/>
                  <a:pt x="11431174" y="50465"/>
                  <a:pt x="11431174" y="112717"/>
                </a:cubicBezTo>
                <a:lnTo>
                  <a:pt x="11431174" y="1080183"/>
                </a:lnTo>
                <a:cubicBezTo>
                  <a:pt x="11431174" y="1142435"/>
                  <a:pt x="11380709" y="1192900"/>
                  <a:pt x="11318457" y="1192900"/>
                </a:cubicBezTo>
                <a:lnTo>
                  <a:pt x="112717" y="1192900"/>
                </a:lnTo>
                <a:cubicBezTo>
                  <a:pt x="50465" y="1192900"/>
                  <a:pt x="0" y="1142435"/>
                  <a:pt x="0" y="1080183"/>
                </a:cubicBezTo>
                <a:lnTo>
                  <a:pt x="0" y="112717"/>
                </a:lnTo>
                <a:cubicBezTo>
                  <a:pt x="0" y="50507"/>
                  <a:pt x="50507" y="0"/>
                  <a:pt x="1127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0539" y="1549831"/>
            <a:ext cx="11083636" cy="732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75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web de gestion des absences étudiantes</a:t>
            </a:r>
            <a:r>
              <a:rPr lang="en-US" sz="17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développée avec Python / Flask — Interface web responsive et intuitive pour les administrateurs.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413" y="2709855"/>
            <a:ext cx="5616961" cy="1587402"/>
          </a:xfrm>
          <a:custGeom>
            <a:avLst/>
            <a:gdLst/>
            <a:ahLst/>
            <a:cxnLst/>
            <a:rect l="l" t="t" r="r" b="b"/>
            <a:pathLst>
              <a:path w="5616961" h="1587402">
                <a:moveTo>
                  <a:pt x="112721" y="0"/>
                </a:moveTo>
                <a:lnTo>
                  <a:pt x="5504240" y="0"/>
                </a:lnTo>
                <a:cubicBezTo>
                  <a:pt x="5566494" y="0"/>
                  <a:pt x="5616961" y="50467"/>
                  <a:pt x="5616961" y="112721"/>
                </a:cubicBezTo>
                <a:lnTo>
                  <a:pt x="5616961" y="1474681"/>
                </a:lnTo>
                <a:cubicBezTo>
                  <a:pt x="5616961" y="1536935"/>
                  <a:pt x="5566494" y="1587402"/>
                  <a:pt x="5504240" y="1587402"/>
                </a:cubicBezTo>
                <a:lnTo>
                  <a:pt x="112721" y="1587402"/>
                </a:lnTo>
                <a:cubicBezTo>
                  <a:pt x="50467" y="1587402"/>
                  <a:pt x="0" y="1536935"/>
                  <a:pt x="0" y="1474681"/>
                </a:cubicBezTo>
                <a:lnTo>
                  <a:pt x="0" y="112721"/>
                </a:lnTo>
                <a:cubicBezTo>
                  <a:pt x="0" y="50509"/>
                  <a:pt x="50509" y="0"/>
                  <a:pt x="1127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678" y="2884102"/>
            <a:ext cx="1709510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0539" y="3428413"/>
            <a:ext cx="5241245" cy="263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Login administrateur sécurisé avec gestion des sessions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9325" y="387927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50287"/>
                </a:moveTo>
                <a:cubicBezTo>
                  <a:pt x="116616" y="150287"/>
                  <a:pt x="150287" y="116616"/>
                  <a:pt x="150287" y="75143"/>
                </a:cubicBezTo>
                <a:cubicBezTo>
                  <a:pt x="150287" y="33671"/>
                  <a:pt x="116616" y="0"/>
                  <a:pt x="75143" y="0"/>
                </a:cubicBezTo>
                <a:cubicBezTo>
                  <a:pt x="33671" y="0"/>
                  <a:pt x="0" y="33671"/>
                  <a:pt x="0" y="75143"/>
                </a:cubicBezTo>
                <a:cubicBezTo>
                  <a:pt x="0" y="116616"/>
                  <a:pt x="33671" y="150287"/>
                  <a:pt x="75143" y="150287"/>
                </a:cubicBezTo>
                <a:close/>
                <a:moveTo>
                  <a:pt x="99917" y="62434"/>
                </a:moveTo>
                <a:lnTo>
                  <a:pt x="76435" y="100005"/>
                </a:lnTo>
                <a:cubicBezTo>
                  <a:pt x="75202" y="101972"/>
                  <a:pt x="73089" y="103205"/>
                  <a:pt x="70770" y="103322"/>
                </a:cubicBezTo>
                <a:cubicBezTo>
                  <a:pt x="68451" y="103439"/>
                  <a:pt x="66220" y="102383"/>
                  <a:pt x="64840" y="100504"/>
                </a:cubicBezTo>
                <a:lnTo>
                  <a:pt x="50751" y="81718"/>
                </a:lnTo>
                <a:cubicBezTo>
                  <a:pt x="48403" y="78607"/>
                  <a:pt x="49049" y="74204"/>
                  <a:pt x="52160" y="71856"/>
                </a:cubicBezTo>
                <a:cubicBezTo>
                  <a:pt x="55271" y="69508"/>
                  <a:pt x="59674" y="70153"/>
                  <a:pt x="62023" y="73265"/>
                </a:cubicBezTo>
                <a:lnTo>
                  <a:pt x="69948" y="83832"/>
                </a:lnTo>
                <a:lnTo>
                  <a:pt x="87970" y="54978"/>
                </a:lnTo>
                <a:cubicBezTo>
                  <a:pt x="90025" y="51690"/>
                  <a:pt x="94369" y="50663"/>
                  <a:pt x="97686" y="52747"/>
                </a:cubicBezTo>
                <a:cubicBezTo>
                  <a:pt x="101003" y="54831"/>
                  <a:pt x="102001" y="59146"/>
                  <a:pt x="99917" y="6246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2" name="Text 10"/>
          <p:cNvSpPr/>
          <p:nvPr/>
        </p:nvSpPr>
        <p:spPr>
          <a:xfrm>
            <a:off x="873541" y="3841701"/>
            <a:ext cx="1361972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Mot de passe hashé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3451" y="2709855"/>
            <a:ext cx="5616961" cy="1587402"/>
          </a:xfrm>
          <a:custGeom>
            <a:avLst/>
            <a:gdLst/>
            <a:ahLst/>
            <a:cxnLst/>
            <a:rect l="l" t="t" r="r" b="b"/>
            <a:pathLst>
              <a:path w="5616961" h="1587402">
                <a:moveTo>
                  <a:pt x="112721" y="0"/>
                </a:moveTo>
                <a:lnTo>
                  <a:pt x="5504240" y="0"/>
                </a:lnTo>
                <a:cubicBezTo>
                  <a:pt x="5566494" y="0"/>
                  <a:pt x="5616961" y="50467"/>
                  <a:pt x="5616961" y="112721"/>
                </a:cubicBezTo>
                <a:lnTo>
                  <a:pt x="5616961" y="1474681"/>
                </a:lnTo>
                <a:cubicBezTo>
                  <a:pt x="5616961" y="1536935"/>
                  <a:pt x="5566494" y="1587402"/>
                  <a:pt x="5504240" y="1587402"/>
                </a:cubicBezTo>
                <a:lnTo>
                  <a:pt x="112721" y="1587402"/>
                </a:lnTo>
                <a:cubicBezTo>
                  <a:pt x="50467" y="1587402"/>
                  <a:pt x="0" y="1536935"/>
                  <a:pt x="0" y="1474681"/>
                </a:cubicBezTo>
                <a:lnTo>
                  <a:pt x="0" y="112721"/>
                </a:lnTo>
                <a:cubicBezTo>
                  <a:pt x="0" y="50509"/>
                  <a:pt x="50509" y="0"/>
                  <a:pt x="1127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2122" y="2939982"/>
            <a:ext cx="882934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Gestion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3578" y="3428413"/>
            <a:ext cx="5241245" cy="263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Ajouter / modifier / supprimer les absences et étudiants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2364" y="387927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50287"/>
                </a:moveTo>
                <a:cubicBezTo>
                  <a:pt x="116616" y="150287"/>
                  <a:pt x="150287" y="116616"/>
                  <a:pt x="150287" y="75143"/>
                </a:cubicBezTo>
                <a:cubicBezTo>
                  <a:pt x="150287" y="33671"/>
                  <a:pt x="116616" y="0"/>
                  <a:pt x="75143" y="0"/>
                </a:cubicBezTo>
                <a:cubicBezTo>
                  <a:pt x="33671" y="0"/>
                  <a:pt x="0" y="33671"/>
                  <a:pt x="0" y="75143"/>
                </a:cubicBezTo>
                <a:cubicBezTo>
                  <a:pt x="0" y="116616"/>
                  <a:pt x="33671" y="150287"/>
                  <a:pt x="75143" y="150287"/>
                </a:cubicBezTo>
                <a:close/>
                <a:moveTo>
                  <a:pt x="99917" y="62434"/>
                </a:moveTo>
                <a:lnTo>
                  <a:pt x="76435" y="100005"/>
                </a:lnTo>
                <a:cubicBezTo>
                  <a:pt x="75202" y="101972"/>
                  <a:pt x="73089" y="103205"/>
                  <a:pt x="70770" y="103322"/>
                </a:cubicBezTo>
                <a:cubicBezTo>
                  <a:pt x="68451" y="103439"/>
                  <a:pt x="66220" y="102383"/>
                  <a:pt x="64840" y="100504"/>
                </a:cubicBezTo>
                <a:lnTo>
                  <a:pt x="50751" y="81718"/>
                </a:lnTo>
                <a:cubicBezTo>
                  <a:pt x="48403" y="78607"/>
                  <a:pt x="49049" y="74204"/>
                  <a:pt x="52160" y="71856"/>
                </a:cubicBezTo>
                <a:cubicBezTo>
                  <a:pt x="55271" y="69508"/>
                  <a:pt x="59674" y="70153"/>
                  <a:pt x="62023" y="73265"/>
                </a:cubicBezTo>
                <a:lnTo>
                  <a:pt x="69948" y="83832"/>
                </a:lnTo>
                <a:lnTo>
                  <a:pt x="87970" y="54978"/>
                </a:lnTo>
                <a:cubicBezTo>
                  <a:pt x="90025" y="51690"/>
                  <a:pt x="94369" y="50663"/>
                  <a:pt x="97686" y="52747"/>
                </a:cubicBezTo>
                <a:cubicBezTo>
                  <a:pt x="101003" y="54831"/>
                  <a:pt x="102001" y="59146"/>
                  <a:pt x="99917" y="6246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8" name="Text 16"/>
          <p:cNvSpPr/>
          <p:nvPr/>
        </p:nvSpPr>
        <p:spPr>
          <a:xfrm>
            <a:off x="6686579" y="3841701"/>
            <a:ext cx="1042613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CRUD complet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413" y="4494508"/>
            <a:ext cx="5616961" cy="1587402"/>
          </a:xfrm>
          <a:custGeom>
            <a:avLst/>
            <a:gdLst/>
            <a:ahLst/>
            <a:cxnLst/>
            <a:rect l="l" t="t" r="r" b="b"/>
            <a:pathLst>
              <a:path w="5616961" h="1587402">
                <a:moveTo>
                  <a:pt x="112721" y="0"/>
                </a:moveTo>
                <a:lnTo>
                  <a:pt x="5504240" y="0"/>
                </a:lnTo>
                <a:cubicBezTo>
                  <a:pt x="5566494" y="0"/>
                  <a:pt x="5616961" y="50467"/>
                  <a:pt x="5616961" y="112721"/>
                </a:cubicBezTo>
                <a:lnTo>
                  <a:pt x="5616961" y="1474681"/>
                </a:lnTo>
                <a:cubicBezTo>
                  <a:pt x="5616961" y="1536935"/>
                  <a:pt x="5566494" y="1587402"/>
                  <a:pt x="5504240" y="1587402"/>
                </a:cubicBezTo>
                <a:lnTo>
                  <a:pt x="112721" y="1587402"/>
                </a:lnTo>
                <a:cubicBezTo>
                  <a:pt x="50467" y="1587402"/>
                  <a:pt x="0" y="1536935"/>
                  <a:pt x="0" y="1474681"/>
                </a:cubicBezTo>
                <a:lnTo>
                  <a:pt x="0" y="112721"/>
                </a:lnTo>
                <a:cubicBezTo>
                  <a:pt x="0" y="50509"/>
                  <a:pt x="50509" y="0"/>
                  <a:pt x="1127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143" y="4715745"/>
            <a:ext cx="1296222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Statistiques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0539" y="5213066"/>
            <a:ext cx="5241245" cy="263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 analytique avec graphiques de visualisation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9325" y="5663926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50287"/>
                </a:moveTo>
                <a:cubicBezTo>
                  <a:pt x="116616" y="150287"/>
                  <a:pt x="150287" y="116616"/>
                  <a:pt x="150287" y="75143"/>
                </a:cubicBezTo>
                <a:cubicBezTo>
                  <a:pt x="150287" y="33671"/>
                  <a:pt x="116616" y="0"/>
                  <a:pt x="75143" y="0"/>
                </a:cubicBezTo>
                <a:cubicBezTo>
                  <a:pt x="33671" y="0"/>
                  <a:pt x="0" y="33671"/>
                  <a:pt x="0" y="75143"/>
                </a:cubicBezTo>
                <a:cubicBezTo>
                  <a:pt x="0" y="116616"/>
                  <a:pt x="33671" y="150287"/>
                  <a:pt x="75143" y="150287"/>
                </a:cubicBezTo>
                <a:close/>
                <a:moveTo>
                  <a:pt x="99917" y="62434"/>
                </a:moveTo>
                <a:lnTo>
                  <a:pt x="76435" y="100005"/>
                </a:lnTo>
                <a:cubicBezTo>
                  <a:pt x="75202" y="101972"/>
                  <a:pt x="73089" y="103205"/>
                  <a:pt x="70770" y="103322"/>
                </a:cubicBezTo>
                <a:cubicBezTo>
                  <a:pt x="68451" y="103439"/>
                  <a:pt x="66220" y="102383"/>
                  <a:pt x="64840" y="100504"/>
                </a:cubicBezTo>
                <a:lnTo>
                  <a:pt x="50751" y="81718"/>
                </a:lnTo>
                <a:cubicBezTo>
                  <a:pt x="48403" y="78607"/>
                  <a:pt x="49049" y="74204"/>
                  <a:pt x="52160" y="71856"/>
                </a:cubicBezTo>
                <a:cubicBezTo>
                  <a:pt x="55271" y="69508"/>
                  <a:pt x="59674" y="70153"/>
                  <a:pt x="62023" y="73265"/>
                </a:cubicBezTo>
                <a:lnTo>
                  <a:pt x="69948" y="83832"/>
                </a:lnTo>
                <a:lnTo>
                  <a:pt x="87970" y="54978"/>
                </a:lnTo>
                <a:cubicBezTo>
                  <a:pt x="90025" y="51690"/>
                  <a:pt x="94369" y="50663"/>
                  <a:pt x="97686" y="52747"/>
                </a:cubicBezTo>
                <a:cubicBezTo>
                  <a:pt x="101003" y="54831"/>
                  <a:pt x="102001" y="59146"/>
                  <a:pt x="99917" y="6246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4" name="Text 22"/>
          <p:cNvSpPr/>
          <p:nvPr/>
        </p:nvSpPr>
        <p:spPr>
          <a:xfrm>
            <a:off x="873541" y="5626354"/>
            <a:ext cx="1399544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Dashboard interactif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3451" y="4494508"/>
            <a:ext cx="5616961" cy="1587402"/>
          </a:xfrm>
          <a:custGeom>
            <a:avLst/>
            <a:gdLst/>
            <a:ahLst/>
            <a:cxnLst/>
            <a:rect l="l" t="t" r="r" b="b"/>
            <a:pathLst>
              <a:path w="5616961" h="1587402">
                <a:moveTo>
                  <a:pt x="112721" y="0"/>
                </a:moveTo>
                <a:lnTo>
                  <a:pt x="5504240" y="0"/>
                </a:lnTo>
                <a:cubicBezTo>
                  <a:pt x="5566494" y="0"/>
                  <a:pt x="5616961" y="50467"/>
                  <a:pt x="5616961" y="112721"/>
                </a:cubicBezTo>
                <a:lnTo>
                  <a:pt x="5616961" y="1474681"/>
                </a:lnTo>
                <a:cubicBezTo>
                  <a:pt x="5616961" y="1536935"/>
                  <a:pt x="5566494" y="1587402"/>
                  <a:pt x="5504240" y="1587402"/>
                </a:cubicBezTo>
                <a:lnTo>
                  <a:pt x="112721" y="1587402"/>
                </a:lnTo>
                <a:cubicBezTo>
                  <a:pt x="50467" y="1587402"/>
                  <a:pt x="0" y="1536935"/>
                  <a:pt x="0" y="1474681"/>
                </a:cubicBezTo>
                <a:lnTo>
                  <a:pt x="0" y="112721"/>
                </a:lnTo>
                <a:cubicBezTo>
                  <a:pt x="0" y="50509"/>
                  <a:pt x="50509" y="0"/>
                  <a:pt x="1127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2122" y="4724635"/>
            <a:ext cx="770219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3578" y="5213066"/>
            <a:ext cx="5241245" cy="263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Téléchargement des données en format Excel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2364" y="5663926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50287"/>
                </a:moveTo>
                <a:cubicBezTo>
                  <a:pt x="116616" y="150287"/>
                  <a:pt x="150287" y="116616"/>
                  <a:pt x="150287" y="75143"/>
                </a:cubicBezTo>
                <a:cubicBezTo>
                  <a:pt x="150287" y="33671"/>
                  <a:pt x="116616" y="0"/>
                  <a:pt x="75143" y="0"/>
                </a:cubicBezTo>
                <a:cubicBezTo>
                  <a:pt x="33671" y="0"/>
                  <a:pt x="0" y="33671"/>
                  <a:pt x="0" y="75143"/>
                </a:cubicBezTo>
                <a:cubicBezTo>
                  <a:pt x="0" y="116616"/>
                  <a:pt x="33671" y="150287"/>
                  <a:pt x="75143" y="150287"/>
                </a:cubicBezTo>
                <a:close/>
                <a:moveTo>
                  <a:pt x="99917" y="62434"/>
                </a:moveTo>
                <a:lnTo>
                  <a:pt x="76435" y="100005"/>
                </a:lnTo>
                <a:cubicBezTo>
                  <a:pt x="75202" y="101972"/>
                  <a:pt x="73089" y="103205"/>
                  <a:pt x="70770" y="103322"/>
                </a:cubicBezTo>
                <a:cubicBezTo>
                  <a:pt x="68451" y="103439"/>
                  <a:pt x="66220" y="102383"/>
                  <a:pt x="64840" y="100504"/>
                </a:cubicBezTo>
                <a:lnTo>
                  <a:pt x="50751" y="81718"/>
                </a:lnTo>
                <a:cubicBezTo>
                  <a:pt x="48403" y="78607"/>
                  <a:pt x="49049" y="74204"/>
                  <a:pt x="52160" y="71856"/>
                </a:cubicBezTo>
                <a:cubicBezTo>
                  <a:pt x="55271" y="69508"/>
                  <a:pt x="59674" y="70153"/>
                  <a:pt x="62023" y="73265"/>
                </a:cubicBezTo>
                <a:lnTo>
                  <a:pt x="69948" y="83832"/>
                </a:lnTo>
                <a:lnTo>
                  <a:pt x="87970" y="54978"/>
                </a:lnTo>
                <a:cubicBezTo>
                  <a:pt x="90025" y="51690"/>
                  <a:pt x="94369" y="50663"/>
                  <a:pt x="97686" y="52747"/>
                </a:cubicBezTo>
                <a:cubicBezTo>
                  <a:pt x="101003" y="54831"/>
                  <a:pt x="102001" y="59146"/>
                  <a:pt x="99917" y="6246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0" name="Text 28"/>
          <p:cNvSpPr/>
          <p:nvPr/>
        </p:nvSpPr>
        <p:spPr>
          <a:xfrm>
            <a:off x="6686579" y="5626354"/>
            <a:ext cx="835969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Export .xlsx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5761" y="590496"/>
            <a:ext cx="3855590" cy="416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&amp; Terraform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790" y="1219835"/>
            <a:ext cx="5635625" cy="5470525"/>
          </a:xfrm>
          <a:custGeom>
            <a:avLst/>
            <a:gdLst/>
            <a:ahLst/>
            <a:cxnLst/>
            <a:rect l="l" t="t" r="r" b="b"/>
            <a:pathLst>
              <a:path w="5635761" h="5635761">
                <a:moveTo>
                  <a:pt x="104205" y="0"/>
                </a:moveTo>
                <a:lnTo>
                  <a:pt x="5531555" y="0"/>
                </a:lnTo>
                <a:cubicBezTo>
                  <a:pt x="5589106" y="0"/>
                  <a:pt x="5635761" y="46654"/>
                  <a:pt x="5635761" y="104205"/>
                </a:cubicBezTo>
                <a:lnTo>
                  <a:pt x="5635761" y="5531555"/>
                </a:lnTo>
                <a:cubicBezTo>
                  <a:pt x="5635761" y="5589106"/>
                  <a:pt x="5589106" y="5635761"/>
                  <a:pt x="5531555" y="5635761"/>
                </a:cubicBezTo>
                <a:lnTo>
                  <a:pt x="104205" y="5635761"/>
                </a:lnTo>
                <a:cubicBezTo>
                  <a:pt x="46654" y="5635761"/>
                  <a:pt x="0" y="5589106"/>
                  <a:pt x="0" y="5531555"/>
                </a:cubicBezTo>
                <a:lnTo>
                  <a:pt x="0" y="104205"/>
                </a:lnTo>
                <a:cubicBezTo>
                  <a:pt x="0" y="46654"/>
                  <a:pt x="46654" y="0"/>
                  <a:pt x="104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444" y="1432821"/>
            <a:ext cx="390769" cy="312615"/>
          </a:xfrm>
          <a:custGeom>
            <a:avLst/>
            <a:gdLst/>
            <a:ahLst/>
            <a:cxnLst/>
            <a:rect l="l" t="t" r="r" b="b"/>
            <a:pathLst>
              <a:path w="390769" h="312615">
                <a:moveTo>
                  <a:pt x="213641" y="144279"/>
                </a:moveTo>
                <a:lnTo>
                  <a:pt x="173282" y="144279"/>
                </a:lnTo>
                <a:lnTo>
                  <a:pt x="173282" y="108011"/>
                </a:lnTo>
                <a:lnTo>
                  <a:pt x="213641" y="108011"/>
                </a:lnTo>
                <a:lnTo>
                  <a:pt x="213641" y="144279"/>
                </a:lnTo>
                <a:close/>
                <a:moveTo>
                  <a:pt x="213641" y="19538"/>
                </a:moveTo>
                <a:lnTo>
                  <a:pt x="173282" y="19538"/>
                </a:lnTo>
                <a:lnTo>
                  <a:pt x="173282" y="56600"/>
                </a:lnTo>
                <a:lnTo>
                  <a:pt x="213641" y="56600"/>
                </a:lnTo>
                <a:lnTo>
                  <a:pt x="213641" y="19538"/>
                </a:lnTo>
                <a:close/>
                <a:moveTo>
                  <a:pt x="261388" y="107950"/>
                </a:moveTo>
                <a:lnTo>
                  <a:pt x="221029" y="107950"/>
                </a:lnTo>
                <a:lnTo>
                  <a:pt x="221029" y="144218"/>
                </a:lnTo>
                <a:lnTo>
                  <a:pt x="261388" y="144218"/>
                </a:lnTo>
                <a:lnTo>
                  <a:pt x="261388" y="107950"/>
                </a:lnTo>
                <a:close/>
                <a:moveTo>
                  <a:pt x="165955" y="63927"/>
                </a:moveTo>
                <a:lnTo>
                  <a:pt x="125596" y="63927"/>
                </a:lnTo>
                <a:lnTo>
                  <a:pt x="125596" y="100623"/>
                </a:lnTo>
                <a:lnTo>
                  <a:pt x="165955" y="100623"/>
                </a:lnTo>
                <a:lnTo>
                  <a:pt x="165955" y="63927"/>
                </a:lnTo>
                <a:close/>
                <a:moveTo>
                  <a:pt x="213641" y="63927"/>
                </a:moveTo>
                <a:lnTo>
                  <a:pt x="173282" y="63927"/>
                </a:lnTo>
                <a:lnTo>
                  <a:pt x="173282" y="100623"/>
                </a:lnTo>
                <a:lnTo>
                  <a:pt x="213641" y="100623"/>
                </a:lnTo>
                <a:lnTo>
                  <a:pt x="213641" y="63927"/>
                </a:lnTo>
                <a:close/>
                <a:moveTo>
                  <a:pt x="382649" y="124985"/>
                </a:moveTo>
                <a:cubicBezTo>
                  <a:pt x="373856" y="119063"/>
                  <a:pt x="353585" y="116925"/>
                  <a:pt x="338015" y="119856"/>
                </a:cubicBezTo>
                <a:cubicBezTo>
                  <a:pt x="336000" y="105202"/>
                  <a:pt x="327819" y="92441"/>
                  <a:pt x="312921" y="80962"/>
                </a:cubicBezTo>
                <a:lnTo>
                  <a:pt x="304373" y="75284"/>
                </a:lnTo>
                <a:lnTo>
                  <a:pt x="298694" y="83832"/>
                </a:lnTo>
                <a:cubicBezTo>
                  <a:pt x="287460" y="100806"/>
                  <a:pt x="284407" y="128771"/>
                  <a:pt x="296435" y="147210"/>
                </a:cubicBezTo>
                <a:cubicBezTo>
                  <a:pt x="291123" y="150080"/>
                  <a:pt x="280682" y="153988"/>
                  <a:pt x="266883" y="153743"/>
                </a:cubicBezTo>
                <a:lnTo>
                  <a:pt x="1465" y="153743"/>
                </a:lnTo>
                <a:cubicBezTo>
                  <a:pt x="-3847" y="184761"/>
                  <a:pt x="5007" y="225059"/>
                  <a:pt x="28331" y="252718"/>
                </a:cubicBezTo>
                <a:cubicBezTo>
                  <a:pt x="50983" y="279522"/>
                  <a:pt x="84931" y="293138"/>
                  <a:pt x="129320" y="293138"/>
                </a:cubicBezTo>
                <a:cubicBezTo>
                  <a:pt x="225425" y="293138"/>
                  <a:pt x="296557" y="248871"/>
                  <a:pt x="329834" y="168458"/>
                </a:cubicBezTo>
                <a:cubicBezTo>
                  <a:pt x="342900" y="168702"/>
                  <a:pt x="371109" y="168519"/>
                  <a:pt x="385579" y="140860"/>
                </a:cubicBezTo>
                <a:cubicBezTo>
                  <a:pt x="386495" y="139334"/>
                  <a:pt x="389609" y="132800"/>
                  <a:pt x="390769" y="130419"/>
                </a:cubicBezTo>
                <a:lnTo>
                  <a:pt x="382649" y="124985"/>
                </a:lnTo>
                <a:close/>
                <a:moveTo>
                  <a:pt x="70583" y="107950"/>
                </a:moveTo>
                <a:lnTo>
                  <a:pt x="30285" y="107950"/>
                </a:lnTo>
                <a:lnTo>
                  <a:pt x="30285" y="144218"/>
                </a:lnTo>
                <a:lnTo>
                  <a:pt x="70644" y="144218"/>
                </a:lnTo>
                <a:lnTo>
                  <a:pt x="70644" y="107950"/>
                </a:lnTo>
                <a:lnTo>
                  <a:pt x="70583" y="107950"/>
                </a:lnTo>
                <a:close/>
                <a:moveTo>
                  <a:pt x="118269" y="107950"/>
                </a:moveTo>
                <a:lnTo>
                  <a:pt x="77910" y="107950"/>
                </a:lnTo>
                <a:lnTo>
                  <a:pt x="77910" y="144218"/>
                </a:lnTo>
                <a:lnTo>
                  <a:pt x="118269" y="144218"/>
                </a:lnTo>
                <a:lnTo>
                  <a:pt x="118269" y="107950"/>
                </a:lnTo>
                <a:close/>
                <a:moveTo>
                  <a:pt x="165955" y="107950"/>
                </a:moveTo>
                <a:lnTo>
                  <a:pt x="125596" y="107950"/>
                </a:lnTo>
                <a:lnTo>
                  <a:pt x="125596" y="144218"/>
                </a:lnTo>
                <a:lnTo>
                  <a:pt x="165955" y="144218"/>
                </a:lnTo>
                <a:lnTo>
                  <a:pt x="165955" y="107950"/>
                </a:lnTo>
                <a:close/>
                <a:moveTo>
                  <a:pt x="118269" y="63927"/>
                </a:moveTo>
                <a:lnTo>
                  <a:pt x="77910" y="63927"/>
                </a:lnTo>
                <a:lnTo>
                  <a:pt x="77910" y="100623"/>
                </a:lnTo>
                <a:lnTo>
                  <a:pt x="118269" y="100623"/>
                </a:lnTo>
                <a:lnTo>
                  <a:pt x="118269" y="63927"/>
                </a:lnTo>
                <a:close/>
              </a:path>
            </a:pathLst>
          </a:custGeom>
          <a:solidFill>
            <a:srgbClr val="E59560"/>
          </a:solidFill>
        </p:spPr>
      </p:sp>
      <p:sp>
        <p:nvSpPr>
          <p:cNvPr id="7" name="Text 5"/>
          <p:cNvSpPr/>
          <p:nvPr/>
        </p:nvSpPr>
        <p:spPr>
          <a:xfrm>
            <a:off x="1059419" y="1432821"/>
            <a:ext cx="955214" cy="31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4444" y="1919111"/>
            <a:ext cx="5288410" cy="4862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Conteneurisation</a:t>
            </a:r>
            <a:r>
              <a:rPr lang="en-US" sz="12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 l'application pour un déploiement portable et reproductible.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4444" y="2544342"/>
            <a:ext cx="5210256" cy="3195624"/>
          </a:xfrm>
          <a:custGeom>
            <a:avLst/>
            <a:gdLst/>
            <a:ahLst/>
            <a:cxnLst/>
            <a:rect l="l" t="t" r="r" b="b"/>
            <a:pathLst>
              <a:path w="5210256" h="3195624">
                <a:moveTo>
                  <a:pt x="69473" y="0"/>
                </a:moveTo>
                <a:lnTo>
                  <a:pt x="5140784" y="0"/>
                </a:lnTo>
                <a:cubicBezTo>
                  <a:pt x="5179152" y="0"/>
                  <a:pt x="5210256" y="31104"/>
                  <a:pt x="5210256" y="69473"/>
                </a:cubicBezTo>
                <a:lnTo>
                  <a:pt x="5210256" y="3126151"/>
                </a:lnTo>
                <a:cubicBezTo>
                  <a:pt x="5210256" y="3164520"/>
                  <a:pt x="5179152" y="3195624"/>
                  <a:pt x="5140784" y="3195624"/>
                </a:cubicBezTo>
                <a:lnTo>
                  <a:pt x="69473" y="3195624"/>
                </a:lnTo>
                <a:cubicBezTo>
                  <a:pt x="31104" y="3195624"/>
                  <a:pt x="0" y="3164520"/>
                  <a:pt x="0" y="3126151"/>
                </a:cubicBezTo>
                <a:lnTo>
                  <a:pt x="0" y="69473"/>
                </a:lnTo>
                <a:cubicBezTo>
                  <a:pt x="0" y="31130"/>
                  <a:pt x="31130" y="0"/>
                  <a:pt x="69473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0" name="Text 8"/>
          <p:cNvSpPr/>
          <p:nvPr/>
        </p:nvSpPr>
        <p:spPr>
          <a:xfrm>
            <a:off x="703385" y="2683282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7D8A9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Dockerfile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640" y="3064857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FROM    </a:t>
            </a: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python:3.10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1235" y="2960848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3385" y="3377983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WORKDIR  </a:t>
            </a: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/app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56495" y="3343188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3385" y="3829538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1235" y="3829669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. 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385" y="4281094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RUN   </a:t>
            </a: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pip install -r requirements.txt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3385" y="4489504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385" y="4732650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EXPOSE   </a:t>
            </a: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5000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3385" y="4941060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3385" y="5184205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CMD  </a:t>
            </a: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["python", "app.py"]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385" y="5392615"/>
            <a:ext cx="500184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4444" y="5878906"/>
            <a:ext cx="5210256" cy="347350"/>
          </a:xfrm>
          <a:custGeom>
            <a:avLst/>
            <a:gdLst/>
            <a:ahLst/>
            <a:cxnLst/>
            <a:rect l="l" t="t" r="r" b="b"/>
            <a:pathLst>
              <a:path w="5210256" h="347350">
                <a:moveTo>
                  <a:pt x="69470" y="0"/>
                </a:moveTo>
                <a:lnTo>
                  <a:pt x="5140786" y="0"/>
                </a:lnTo>
                <a:cubicBezTo>
                  <a:pt x="5179154" y="0"/>
                  <a:pt x="5210256" y="31103"/>
                  <a:pt x="5210256" y="69470"/>
                </a:cubicBezTo>
                <a:lnTo>
                  <a:pt x="5210256" y="277880"/>
                </a:lnTo>
                <a:cubicBezTo>
                  <a:pt x="5210256" y="316248"/>
                  <a:pt x="5179154" y="347350"/>
                  <a:pt x="5140786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81265" y="5948376"/>
            <a:ext cx="2361983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 build -t gestiabsence 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4444" y="6295726"/>
            <a:ext cx="5210256" cy="347350"/>
          </a:xfrm>
          <a:custGeom>
            <a:avLst/>
            <a:gdLst/>
            <a:ahLst/>
            <a:cxnLst/>
            <a:rect l="l" t="t" r="r" b="b"/>
            <a:pathLst>
              <a:path w="5210256" h="347350">
                <a:moveTo>
                  <a:pt x="69470" y="0"/>
                </a:moveTo>
                <a:lnTo>
                  <a:pt x="5140786" y="0"/>
                </a:lnTo>
                <a:cubicBezTo>
                  <a:pt x="5179154" y="0"/>
                  <a:pt x="5210256" y="31103"/>
                  <a:pt x="5210256" y="69470"/>
                </a:cubicBezTo>
                <a:lnTo>
                  <a:pt x="5210256" y="277880"/>
                </a:lnTo>
                <a:cubicBezTo>
                  <a:pt x="5210256" y="316248"/>
                  <a:pt x="5179154" y="347350"/>
                  <a:pt x="5140786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981265" y="6365197"/>
            <a:ext cx="2891692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 push ouarraklayla/gestiabsence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6490" y="1219835"/>
            <a:ext cx="5635625" cy="5485765"/>
          </a:xfrm>
          <a:custGeom>
            <a:avLst/>
            <a:gdLst/>
            <a:ahLst/>
            <a:cxnLst/>
            <a:rect l="l" t="t" r="r" b="b"/>
            <a:pathLst>
              <a:path w="5635761" h="5635761">
                <a:moveTo>
                  <a:pt x="104205" y="0"/>
                </a:moveTo>
                <a:lnTo>
                  <a:pt x="5531555" y="0"/>
                </a:lnTo>
                <a:cubicBezTo>
                  <a:pt x="5589106" y="0"/>
                  <a:pt x="5635761" y="46654"/>
                  <a:pt x="5635761" y="104205"/>
                </a:cubicBezTo>
                <a:lnTo>
                  <a:pt x="5635761" y="5531555"/>
                </a:lnTo>
                <a:cubicBezTo>
                  <a:pt x="5635761" y="5589106"/>
                  <a:pt x="5589106" y="5635761"/>
                  <a:pt x="5531555" y="5635761"/>
                </a:cubicBezTo>
                <a:lnTo>
                  <a:pt x="104205" y="5635761"/>
                </a:lnTo>
                <a:cubicBezTo>
                  <a:pt x="46654" y="5635761"/>
                  <a:pt x="0" y="5589106"/>
                  <a:pt x="0" y="5531555"/>
                </a:cubicBezTo>
                <a:lnTo>
                  <a:pt x="0" y="104205"/>
                </a:lnTo>
                <a:cubicBezTo>
                  <a:pt x="0" y="46654"/>
                  <a:pt x="46654" y="0"/>
                  <a:pt x="1042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8276" y="1432821"/>
            <a:ext cx="312615" cy="312615"/>
          </a:xfrm>
          <a:custGeom>
            <a:avLst/>
            <a:gdLst/>
            <a:ahLst/>
            <a:cxnLst/>
            <a:rect l="l" t="t" r="r" b="b"/>
            <a:pathLst>
              <a:path w="312615" h="312615">
                <a:moveTo>
                  <a:pt x="173404" y="-794"/>
                </a:moveTo>
                <a:cubicBezTo>
                  <a:pt x="162841" y="-6900"/>
                  <a:pt x="149775" y="-6900"/>
                  <a:pt x="139212" y="-794"/>
                </a:cubicBezTo>
                <a:lnTo>
                  <a:pt x="87801" y="28880"/>
                </a:lnTo>
                <a:cubicBezTo>
                  <a:pt x="77238" y="34986"/>
                  <a:pt x="70705" y="46282"/>
                  <a:pt x="70705" y="58493"/>
                </a:cubicBezTo>
                <a:lnTo>
                  <a:pt x="70705" y="120711"/>
                </a:lnTo>
                <a:lnTo>
                  <a:pt x="16791" y="151850"/>
                </a:lnTo>
                <a:cubicBezTo>
                  <a:pt x="6228" y="157956"/>
                  <a:pt x="-305" y="169252"/>
                  <a:pt x="-305" y="181463"/>
                </a:cubicBezTo>
                <a:lnTo>
                  <a:pt x="-305" y="240873"/>
                </a:lnTo>
                <a:cubicBezTo>
                  <a:pt x="-305" y="253084"/>
                  <a:pt x="6228" y="264380"/>
                  <a:pt x="16791" y="270486"/>
                </a:cubicBezTo>
                <a:lnTo>
                  <a:pt x="68263" y="300160"/>
                </a:lnTo>
                <a:cubicBezTo>
                  <a:pt x="78825" y="306265"/>
                  <a:pt x="91892" y="306265"/>
                  <a:pt x="102455" y="300160"/>
                </a:cubicBezTo>
                <a:lnTo>
                  <a:pt x="156369" y="269020"/>
                </a:lnTo>
                <a:lnTo>
                  <a:pt x="210283" y="300160"/>
                </a:lnTo>
                <a:cubicBezTo>
                  <a:pt x="220846" y="306265"/>
                  <a:pt x="233912" y="306265"/>
                  <a:pt x="244475" y="300160"/>
                </a:cubicBezTo>
                <a:lnTo>
                  <a:pt x="295825" y="270486"/>
                </a:lnTo>
                <a:cubicBezTo>
                  <a:pt x="306388" y="264380"/>
                  <a:pt x="312921" y="253084"/>
                  <a:pt x="312921" y="240873"/>
                </a:cubicBezTo>
                <a:lnTo>
                  <a:pt x="312921" y="181463"/>
                </a:lnTo>
                <a:cubicBezTo>
                  <a:pt x="312921" y="169252"/>
                  <a:pt x="306388" y="157956"/>
                  <a:pt x="295825" y="151850"/>
                </a:cubicBezTo>
                <a:lnTo>
                  <a:pt x="241911" y="120711"/>
                </a:lnTo>
                <a:lnTo>
                  <a:pt x="241911" y="58493"/>
                </a:lnTo>
                <a:cubicBezTo>
                  <a:pt x="241911" y="46282"/>
                  <a:pt x="235377" y="34986"/>
                  <a:pt x="224814" y="28880"/>
                </a:cubicBezTo>
                <a:lnTo>
                  <a:pt x="173404" y="-794"/>
                </a:lnTo>
                <a:close/>
                <a:moveTo>
                  <a:pt x="141654" y="178655"/>
                </a:moveTo>
                <a:lnTo>
                  <a:pt x="141654" y="243681"/>
                </a:lnTo>
                <a:lnTo>
                  <a:pt x="87740" y="274821"/>
                </a:lnTo>
                <a:cubicBezTo>
                  <a:pt x="87007" y="275248"/>
                  <a:pt x="86152" y="275492"/>
                  <a:pt x="85298" y="275492"/>
                </a:cubicBezTo>
                <a:lnTo>
                  <a:pt x="85298" y="211199"/>
                </a:lnTo>
                <a:lnTo>
                  <a:pt x="141654" y="178655"/>
                </a:lnTo>
                <a:close/>
                <a:moveTo>
                  <a:pt x="282941" y="179021"/>
                </a:moveTo>
                <a:cubicBezTo>
                  <a:pt x="283369" y="179754"/>
                  <a:pt x="283613" y="180609"/>
                  <a:pt x="283613" y="181463"/>
                </a:cubicBezTo>
                <a:lnTo>
                  <a:pt x="283613" y="240873"/>
                </a:lnTo>
                <a:cubicBezTo>
                  <a:pt x="283613" y="242643"/>
                  <a:pt x="282697" y="244231"/>
                  <a:pt x="281171" y="245086"/>
                </a:cubicBezTo>
                <a:lnTo>
                  <a:pt x="229699" y="274760"/>
                </a:lnTo>
                <a:cubicBezTo>
                  <a:pt x="228966" y="275187"/>
                  <a:pt x="228112" y="275431"/>
                  <a:pt x="227257" y="275431"/>
                </a:cubicBezTo>
                <a:lnTo>
                  <a:pt x="227257" y="211138"/>
                </a:lnTo>
                <a:lnTo>
                  <a:pt x="282941" y="179021"/>
                </a:lnTo>
                <a:close/>
                <a:moveTo>
                  <a:pt x="212664" y="58493"/>
                </a:moveTo>
                <a:lnTo>
                  <a:pt x="212664" y="120711"/>
                </a:lnTo>
                <a:lnTo>
                  <a:pt x="156308" y="153255"/>
                </a:lnTo>
                <a:lnTo>
                  <a:pt x="156308" y="88228"/>
                </a:lnTo>
                <a:lnTo>
                  <a:pt x="211992" y="56112"/>
                </a:lnTo>
                <a:cubicBezTo>
                  <a:pt x="212420" y="56845"/>
                  <a:pt x="212664" y="57700"/>
                  <a:pt x="212664" y="58554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1" name="Text 29"/>
          <p:cNvSpPr/>
          <p:nvPr/>
        </p:nvSpPr>
        <p:spPr>
          <a:xfrm>
            <a:off x="6914173" y="1432821"/>
            <a:ext cx="1285197" cy="31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9199" y="1919111"/>
            <a:ext cx="5288410" cy="4862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r>
              <a:rPr lang="en-US" sz="123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provisionner automatiquement les ressources AWS.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9199" y="2544342"/>
            <a:ext cx="5210256" cy="625231"/>
          </a:xfrm>
          <a:custGeom>
            <a:avLst/>
            <a:gdLst/>
            <a:ahLst/>
            <a:cxnLst/>
            <a:rect l="l" t="t" r="r" b="b"/>
            <a:pathLst>
              <a:path w="5210256" h="625231">
                <a:moveTo>
                  <a:pt x="69469" y="0"/>
                </a:moveTo>
                <a:lnTo>
                  <a:pt x="5140787" y="0"/>
                </a:lnTo>
                <a:cubicBezTo>
                  <a:pt x="5179154" y="0"/>
                  <a:pt x="5210256" y="31103"/>
                  <a:pt x="5210256" y="69469"/>
                </a:cubicBezTo>
                <a:lnTo>
                  <a:pt x="5210256" y="555761"/>
                </a:lnTo>
                <a:cubicBezTo>
                  <a:pt x="5210256" y="594128"/>
                  <a:pt x="5179154" y="625231"/>
                  <a:pt x="5140787" y="625231"/>
                </a:cubicBezTo>
                <a:lnTo>
                  <a:pt x="69469" y="625231"/>
                </a:lnTo>
                <a:cubicBezTo>
                  <a:pt x="31103" y="625231"/>
                  <a:pt x="0" y="594128"/>
                  <a:pt x="0" y="555761"/>
                </a:cubicBezTo>
                <a:lnTo>
                  <a:pt x="0" y="69469"/>
                </a:lnTo>
                <a:cubicBezTo>
                  <a:pt x="0" y="31103"/>
                  <a:pt x="31103" y="0"/>
                  <a:pt x="694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801284" y="2648547"/>
            <a:ext cx="1484923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VMs EC2 t3.micro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1284" y="2856957"/>
            <a:ext cx="1484923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Master + Worker nodes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9199" y="3273778"/>
            <a:ext cx="5210256" cy="625231"/>
          </a:xfrm>
          <a:custGeom>
            <a:avLst/>
            <a:gdLst/>
            <a:ahLst/>
            <a:cxnLst/>
            <a:rect l="l" t="t" r="r" b="b"/>
            <a:pathLst>
              <a:path w="5210256" h="625231">
                <a:moveTo>
                  <a:pt x="69469" y="0"/>
                </a:moveTo>
                <a:lnTo>
                  <a:pt x="5140787" y="0"/>
                </a:lnTo>
                <a:cubicBezTo>
                  <a:pt x="5179154" y="0"/>
                  <a:pt x="5210256" y="31103"/>
                  <a:pt x="5210256" y="69469"/>
                </a:cubicBezTo>
                <a:lnTo>
                  <a:pt x="5210256" y="555761"/>
                </a:lnTo>
                <a:cubicBezTo>
                  <a:pt x="5210256" y="594128"/>
                  <a:pt x="5179154" y="625231"/>
                  <a:pt x="5140787" y="625231"/>
                </a:cubicBezTo>
                <a:lnTo>
                  <a:pt x="69469" y="625231"/>
                </a:lnTo>
                <a:cubicBezTo>
                  <a:pt x="31103" y="625231"/>
                  <a:pt x="0" y="594128"/>
                  <a:pt x="0" y="555761"/>
                </a:cubicBezTo>
                <a:lnTo>
                  <a:pt x="0" y="69469"/>
                </a:lnTo>
                <a:cubicBezTo>
                  <a:pt x="0" y="31103"/>
                  <a:pt x="31103" y="0"/>
                  <a:pt x="694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801284" y="3377983"/>
            <a:ext cx="188437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Security Group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1284" y="3586393"/>
            <a:ext cx="188437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Ports 22, 6443, 30080 ouverts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199" y="4003214"/>
            <a:ext cx="5210256" cy="625231"/>
          </a:xfrm>
          <a:custGeom>
            <a:avLst/>
            <a:gdLst/>
            <a:ahLst/>
            <a:cxnLst/>
            <a:rect l="l" t="t" r="r" b="b"/>
            <a:pathLst>
              <a:path w="5210256" h="625231">
                <a:moveTo>
                  <a:pt x="69469" y="0"/>
                </a:moveTo>
                <a:lnTo>
                  <a:pt x="5140787" y="0"/>
                </a:lnTo>
                <a:cubicBezTo>
                  <a:pt x="5179154" y="0"/>
                  <a:pt x="5210256" y="31103"/>
                  <a:pt x="5210256" y="69469"/>
                </a:cubicBezTo>
                <a:lnTo>
                  <a:pt x="5210256" y="555761"/>
                </a:lnTo>
                <a:cubicBezTo>
                  <a:pt x="5210256" y="594128"/>
                  <a:pt x="5179154" y="625231"/>
                  <a:pt x="5140787" y="625231"/>
                </a:cubicBezTo>
                <a:lnTo>
                  <a:pt x="69469" y="625231"/>
                </a:lnTo>
                <a:cubicBezTo>
                  <a:pt x="31103" y="625231"/>
                  <a:pt x="0" y="594128"/>
                  <a:pt x="0" y="555761"/>
                </a:cubicBezTo>
                <a:lnTo>
                  <a:pt x="0" y="69469"/>
                </a:lnTo>
                <a:cubicBezTo>
                  <a:pt x="0" y="31103"/>
                  <a:pt x="31103" y="0"/>
                  <a:pt x="694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6801284" y="4107419"/>
            <a:ext cx="1476239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Région AWS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01284" y="4315829"/>
            <a:ext cx="1476239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eu-north-1 (Stockholm)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9199" y="4732650"/>
            <a:ext cx="5210256" cy="625231"/>
          </a:xfrm>
          <a:custGeom>
            <a:avLst/>
            <a:gdLst/>
            <a:ahLst/>
            <a:cxnLst/>
            <a:rect l="l" t="t" r="r" b="b"/>
            <a:pathLst>
              <a:path w="5210256" h="625231">
                <a:moveTo>
                  <a:pt x="69469" y="0"/>
                </a:moveTo>
                <a:lnTo>
                  <a:pt x="5140787" y="0"/>
                </a:lnTo>
                <a:cubicBezTo>
                  <a:pt x="5179154" y="0"/>
                  <a:pt x="5210256" y="31103"/>
                  <a:pt x="5210256" y="69469"/>
                </a:cubicBezTo>
                <a:lnTo>
                  <a:pt x="5210256" y="555761"/>
                </a:lnTo>
                <a:cubicBezTo>
                  <a:pt x="5210256" y="594128"/>
                  <a:pt x="5179154" y="625231"/>
                  <a:pt x="5140787" y="625231"/>
                </a:cubicBezTo>
                <a:lnTo>
                  <a:pt x="69469" y="625231"/>
                </a:lnTo>
                <a:cubicBezTo>
                  <a:pt x="31103" y="625231"/>
                  <a:pt x="0" y="594128"/>
                  <a:pt x="0" y="555761"/>
                </a:cubicBezTo>
                <a:lnTo>
                  <a:pt x="0" y="69469"/>
                </a:lnTo>
                <a:cubicBezTo>
                  <a:pt x="0" y="31103"/>
                  <a:pt x="31103" y="0"/>
                  <a:pt x="694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801284" y="4836855"/>
            <a:ext cx="1736752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Clé SSH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1284" y="5045265"/>
            <a:ext cx="1736752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k8s-key.pem (automatique)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9199" y="5496821"/>
            <a:ext cx="1693333" cy="347350"/>
          </a:xfrm>
          <a:custGeom>
            <a:avLst/>
            <a:gdLst/>
            <a:ahLst/>
            <a:cxnLst/>
            <a:rect l="l" t="t" r="r" b="b"/>
            <a:pathLst>
              <a:path w="1693333" h="347350">
                <a:moveTo>
                  <a:pt x="69470" y="0"/>
                </a:moveTo>
                <a:lnTo>
                  <a:pt x="1623863" y="0"/>
                </a:lnTo>
                <a:cubicBezTo>
                  <a:pt x="1662231" y="0"/>
                  <a:pt x="1693333" y="31103"/>
                  <a:pt x="1693333" y="69470"/>
                </a:cubicBezTo>
                <a:lnTo>
                  <a:pt x="1693333" y="277880"/>
                </a:lnTo>
                <a:cubicBezTo>
                  <a:pt x="1693333" y="316248"/>
                  <a:pt x="1662231" y="347350"/>
                  <a:pt x="1623863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695179" y="5583658"/>
            <a:ext cx="1138929" cy="164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 init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79696" y="5496821"/>
            <a:ext cx="1693333" cy="347350"/>
          </a:xfrm>
          <a:custGeom>
            <a:avLst/>
            <a:gdLst/>
            <a:ahLst/>
            <a:cxnLst/>
            <a:rect l="l" t="t" r="r" b="b"/>
            <a:pathLst>
              <a:path w="1693333" h="347350">
                <a:moveTo>
                  <a:pt x="69470" y="0"/>
                </a:moveTo>
                <a:lnTo>
                  <a:pt x="1623863" y="0"/>
                </a:lnTo>
                <a:cubicBezTo>
                  <a:pt x="1662231" y="0"/>
                  <a:pt x="1693333" y="31103"/>
                  <a:pt x="1693333" y="69470"/>
                </a:cubicBezTo>
                <a:lnTo>
                  <a:pt x="1693333" y="277880"/>
                </a:lnTo>
                <a:cubicBezTo>
                  <a:pt x="1693333" y="316248"/>
                  <a:pt x="1662231" y="347350"/>
                  <a:pt x="1623863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8455812" y="5583658"/>
            <a:ext cx="1138929" cy="164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 plan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940328" y="5496821"/>
            <a:ext cx="1693333" cy="347350"/>
          </a:xfrm>
          <a:custGeom>
            <a:avLst/>
            <a:gdLst/>
            <a:ahLst/>
            <a:cxnLst/>
            <a:rect l="l" t="t" r="r" b="b"/>
            <a:pathLst>
              <a:path w="1693333" h="347350">
                <a:moveTo>
                  <a:pt x="69470" y="0"/>
                </a:moveTo>
                <a:lnTo>
                  <a:pt x="1623863" y="0"/>
                </a:lnTo>
                <a:cubicBezTo>
                  <a:pt x="1662231" y="0"/>
                  <a:pt x="1693333" y="31103"/>
                  <a:pt x="1693333" y="69470"/>
                </a:cubicBezTo>
                <a:lnTo>
                  <a:pt x="1693333" y="277880"/>
                </a:lnTo>
                <a:cubicBezTo>
                  <a:pt x="1693333" y="316248"/>
                  <a:pt x="1662231" y="347350"/>
                  <a:pt x="1623863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0178182" y="5583658"/>
            <a:ext cx="1215319" cy="164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 apply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7700"/>
            <a:ext cx="77057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Ansible </a:t>
            </a:r>
            <a:r>
              <a:rPr lang="fr-FR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Configuration automatique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11420475" cy="1085850"/>
          </a:xfrm>
          <a:custGeom>
            <a:avLst/>
            <a:gdLst/>
            <a:ahLst/>
            <a:cxnLst/>
            <a:rect l="l" t="t" r="r" b="b"/>
            <a:pathLst>
              <a:path w="11420475" h="1085850">
                <a:moveTo>
                  <a:pt x="114297" y="0"/>
                </a:moveTo>
                <a:lnTo>
                  <a:pt x="11306178" y="0"/>
                </a:lnTo>
                <a:cubicBezTo>
                  <a:pt x="11369303" y="0"/>
                  <a:pt x="11420475" y="51172"/>
                  <a:pt x="11420475" y="114297"/>
                </a:cubicBezTo>
                <a:lnTo>
                  <a:pt x="11420475" y="971553"/>
                </a:lnTo>
                <a:cubicBezTo>
                  <a:pt x="11420475" y="1034678"/>
                  <a:pt x="11369303" y="1085850"/>
                  <a:pt x="1130617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571625"/>
            <a:ext cx="110490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Ansible configure automatiquement les 2 VMs AWS</a:t>
            </a:r>
            <a:r>
              <a:rPr lang="en-US" sz="15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sans intervention manuelle, garantissant une infrastructure reproductible et cohérente.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624138"/>
            <a:ext cx="2152650" cy="2752725"/>
          </a:xfrm>
          <a:custGeom>
            <a:avLst/>
            <a:gdLst/>
            <a:ahLst/>
            <a:cxnLst/>
            <a:rect l="l" t="t" r="r" b="b"/>
            <a:pathLst>
              <a:path w="2152650" h="275272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2638419"/>
                </a:lnTo>
                <a:cubicBezTo>
                  <a:pt x="2152650" y="2701549"/>
                  <a:pt x="2101474" y="2752725"/>
                  <a:pt x="2038344" y="2752725"/>
                </a:cubicBezTo>
                <a:lnTo>
                  <a:pt x="114306" y="2752725"/>
                </a:lnTo>
                <a:cubicBezTo>
                  <a:pt x="51176" y="2752725"/>
                  <a:pt x="0" y="2701549"/>
                  <a:pt x="0" y="26384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8180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9" name="Text 7"/>
          <p:cNvSpPr/>
          <p:nvPr/>
        </p:nvSpPr>
        <p:spPr>
          <a:xfrm>
            <a:off x="1405830" y="2952750"/>
            <a:ext cx="257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3581400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Mise à jour système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3962400"/>
            <a:ext cx="18383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apt update sur master et worker pour avoir les dernières versions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4800600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38100" y="0"/>
                </a:moveTo>
                <a:lnTo>
                  <a:pt x="1724025" y="0"/>
                </a:lnTo>
                <a:cubicBezTo>
                  <a:pt x="1745053" y="0"/>
                  <a:pt x="1762125" y="17072"/>
                  <a:pt x="1762125" y="38100"/>
                </a:cubicBezTo>
                <a:lnTo>
                  <a:pt x="1762125" y="342900"/>
                </a:lnTo>
                <a:cubicBezTo>
                  <a:pt x="1762125" y="363928"/>
                  <a:pt x="1745053" y="381000"/>
                  <a:pt x="17240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005929" y="4895850"/>
            <a:ext cx="914102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apt update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02123" y="2624138"/>
            <a:ext cx="2152650" cy="2752725"/>
          </a:xfrm>
          <a:custGeom>
            <a:avLst/>
            <a:gdLst/>
            <a:ahLst/>
            <a:cxnLst/>
            <a:rect l="l" t="t" r="r" b="b"/>
            <a:pathLst>
              <a:path w="2152650" h="275272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2638419"/>
                </a:lnTo>
                <a:cubicBezTo>
                  <a:pt x="2152650" y="2701549"/>
                  <a:pt x="2101474" y="2752725"/>
                  <a:pt x="2038344" y="2752725"/>
                </a:cubicBezTo>
                <a:lnTo>
                  <a:pt x="114306" y="2752725"/>
                </a:lnTo>
                <a:cubicBezTo>
                  <a:pt x="51176" y="2752725"/>
                  <a:pt x="0" y="2701549"/>
                  <a:pt x="0" y="26384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541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6" name="Text 14"/>
          <p:cNvSpPr/>
          <p:nvPr/>
        </p:nvSpPr>
        <p:spPr>
          <a:xfrm>
            <a:off x="3696295" y="2952750"/>
            <a:ext cx="304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9761" y="3581400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Installation Docker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59286" y="3962400"/>
            <a:ext cx="18383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docker.io installé et démarré sur les deux nœuds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97386" y="4800600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38100" y="0"/>
                </a:moveTo>
                <a:lnTo>
                  <a:pt x="1724025" y="0"/>
                </a:lnTo>
                <a:cubicBezTo>
                  <a:pt x="1745053" y="0"/>
                  <a:pt x="1762125" y="17072"/>
                  <a:pt x="1762125" y="38100"/>
                </a:cubicBezTo>
                <a:lnTo>
                  <a:pt x="1762125" y="342900"/>
                </a:lnTo>
                <a:cubicBezTo>
                  <a:pt x="1762125" y="363928"/>
                  <a:pt x="1745053" y="381000"/>
                  <a:pt x="17240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3364260" y="4895850"/>
            <a:ext cx="830312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docker.io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18633" y="2624138"/>
            <a:ext cx="2152650" cy="2752725"/>
          </a:xfrm>
          <a:custGeom>
            <a:avLst/>
            <a:gdLst/>
            <a:ahLst/>
            <a:cxnLst/>
            <a:rect l="l" t="t" r="r" b="b"/>
            <a:pathLst>
              <a:path w="2152650" h="275272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2638419"/>
                </a:lnTo>
                <a:cubicBezTo>
                  <a:pt x="2152650" y="2701549"/>
                  <a:pt x="2101474" y="2752725"/>
                  <a:pt x="2038344" y="2752725"/>
                </a:cubicBezTo>
                <a:lnTo>
                  <a:pt x="114306" y="2752725"/>
                </a:lnTo>
                <a:cubicBezTo>
                  <a:pt x="51176" y="2752725"/>
                  <a:pt x="0" y="2701549"/>
                  <a:pt x="0" y="26384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1051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23" name="Text 21"/>
          <p:cNvSpPr/>
          <p:nvPr/>
        </p:nvSpPr>
        <p:spPr>
          <a:xfrm>
            <a:off x="6011466" y="2952750"/>
            <a:ext cx="314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271" y="3581400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Création du swap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75796" y="3962400"/>
            <a:ext cx="18383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1GB de mémoire de secours pour les VMs t3.micro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3896" y="4800600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38100" y="0"/>
                </a:moveTo>
                <a:lnTo>
                  <a:pt x="1724025" y="0"/>
                </a:lnTo>
                <a:cubicBezTo>
                  <a:pt x="1745053" y="0"/>
                  <a:pt x="1762125" y="17072"/>
                  <a:pt x="1762125" y="38100"/>
                </a:cubicBezTo>
                <a:lnTo>
                  <a:pt x="1762125" y="342900"/>
                </a:lnTo>
                <a:cubicBezTo>
                  <a:pt x="1762125" y="363928"/>
                  <a:pt x="1745053" y="381000"/>
                  <a:pt x="17240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722590" y="4895850"/>
            <a:ext cx="746522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1GB swap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35143" y="2624138"/>
            <a:ext cx="2152650" cy="2752725"/>
          </a:xfrm>
          <a:custGeom>
            <a:avLst/>
            <a:gdLst/>
            <a:ahLst/>
            <a:cxnLst/>
            <a:rect l="l" t="t" r="r" b="b"/>
            <a:pathLst>
              <a:path w="2152650" h="275272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2638419"/>
                </a:lnTo>
                <a:cubicBezTo>
                  <a:pt x="2152650" y="2701549"/>
                  <a:pt x="2101474" y="2752725"/>
                  <a:pt x="2038344" y="2752725"/>
                </a:cubicBezTo>
                <a:lnTo>
                  <a:pt x="114306" y="2752725"/>
                </a:lnTo>
                <a:cubicBezTo>
                  <a:pt x="51176" y="2752725"/>
                  <a:pt x="0" y="2701549"/>
                  <a:pt x="0" y="26384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7561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0" name="Text 28"/>
          <p:cNvSpPr/>
          <p:nvPr/>
        </p:nvSpPr>
        <p:spPr>
          <a:xfrm>
            <a:off x="8328124" y="2952750"/>
            <a:ext cx="314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82780" y="3581400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K3s sur le master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2305" y="3962400"/>
            <a:ext cx="18383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Serveur K3s installé et configuré comme control plane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30405" y="4800600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38100" y="0"/>
                </a:moveTo>
                <a:lnTo>
                  <a:pt x="1724025" y="0"/>
                </a:lnTo>
                <a:cubicBezTo>
                  <a:pt x="1745053" y="0"/>
                  <a:pt x="1762125" y="17072"/>
                  <a:pt x="1762125" y="38100"/>
                </a:cubicBezTo>
                <a:lnTo>
                  <a:pt x="1762125" y="342900"/>
                </a:lnTo>
                <a:cubicBezTo>
                  <a:pt x="1762125" y="363928"/>
                  <a:pt x="1745053" y="381000"/>
                  <a:pt x="17240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7955310" y="4895850"/>
            <a:ext cx="914102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k3s server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51653" y="2624138"/>
            <a:ext cx="2152650" cy="2752725"/>
          </a:xfrm>
          <a:custGeom>
            <a:avLst/>
            <a:gdLst/>
            <a:ahLst/>
            <a:cxnLst/>
            <a:rect l="l" t="t" r="r" b="b"/>
            <a:pathLst>
              <a:path w="2152650" h="275272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2638419"/>
                </a:lnTo>
                <a:cubicBezTo>
                  <a:pt x="2152650" y="2701549"/>
                  <a:pt x="2101474" y="2752725"/>
                  <a:pt x="2038344" y="2752725"/>
                </a:cubicBezTo>
                <a:lnTo>
                  <a:pt x="114306" y="2752725"/>
                </a:lnTo>
                <a:cubicBezTo>
                  <a:pt x="51176" y="2752725"/>
                  <a:pt x="0" y="2701549"/>
                  <a:pt x="0" y="26384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071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37" name="Text 35"/>
          <p:cNvSpPr/>
          <p:nvPr/>
        </p:nvSpPr>
        <p:spPr>
          <a:xfrm>
            <a:off x="10646569" y="2952750"/>
            <a:ext cx="304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99290" y="3581400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K3s sur le worker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08815" y="3962400"/>
            <a:ext cx="18383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Agent K3s connecté au master pour rejoindre le cluster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846915" y="4800600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38100" y="0"/>
                </a:moveTo>
                <a:lnTo>
                  <a:pt x="1724025" y="0"/>
                </a:lnTo>
                <a:cubicBezTo>
                  <a:pt x="1745053" y="0"/>
                  <a:pt x="1762125" y="17072"/>
                  <a:pt x="1762125" y="38100"/>
                </a:cubicBezTo>
                <a:lnTo>
                  <a:pt x="1762125" y="342900"/>
                </a:lnTo>
                <a:cubicBezTo>
                  <a:pt x="1762125" y="363928"/>
                  <a:pt x="1745053" y="381000"/>
                  <a:pt x="17240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10313640" y="4895850"/>
            <a:ext cx="830312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k3s agent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576888"/>
            <a:ext cx="11420475" cy="1228725"/>
          </a:xfrm>
          <a:custGeom>
            <a:avLst/>
            <a:gdLst/>
            <a:ahLst/>
            <a:cxnLst/>
            <a:rect l="l" t="t" r="r" b="b"/>
            <a:pathLst>
              <a:path w="11420475" h="1228725">
                <a:moveTo>
                  <a:pt x="114296" y="0"/>
                </a:moveTo>
                <a:lnTo>
                  <a:pt x="11306179" y="0"/>
                </a:lnTo>
                <a:cubicBezTo>
                  <a:pt x="11369303" y="0"/>
                  <a:pt x="11420475" y="51172"/>
                  <a:pt x="11420475" y="114296"/>
                </a:cubicBezTo>
                <a:lnTo>
                  <a:pt x="11420475" y="1114429"/>
                </a:lnTo>
                <a:cubicBezTo>
                  <a:pt x="11420475" y="1177553"/>
                  <a:pt x="11369303" y="1228725"/>
                  <a:pt x="113061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3888" y="6019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4" name="Text 42"/>
          <p:cNvSpPr/>
          <p:nvPr/>
        </p:nvSpPr>
        <p:spPr>
          <a:xfrm>
            <a:off x="1162050" y="5924550"/>
            <a:ext cx="1962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62050" y="6229350"/>
            <a:ext cx="1924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 de connectivité Ansible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12096" y="5772150"/>
            <a:ext cx="3848100" cy="838200"/>
          </a:xfrm>
          <a:custGeom>
            <a:avLst/>
            <a:gdLst/>
            <a:ahLst/>
            <a:cxnLst/>
            <a:rect l="l" t="t" r="r" b="b"/>
            <a:pathLst>
              <a:path w="3848100" h="838200">
                <a:moveTo>
                  <a:pt x="76201" y="0"/>
                </a:moveTo>
                <a:lnTo>
                  <a:pt x="3771899" y="0"/>
                </a:lnTo>
                <a:cubicBezTo>
                  <a:pt x="3813984" y="0"/>
                  <a:pt x="3848100" y="34116"/>
                  <a:pt x="3848100" y="76201"/>
                </a:cubicBezTo>
                <a:lnTo>
                  <a:pt x="3848100" y="761999"/>
                </a:lnTo>
                <a:cubicBezTo>
                  <a:pt x="3848100" y="804084"/>
                  <a:pt x="3813984" y="838200"/>
                  <a:pt x="37718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7" name="Text 45"/>
          <p:cNvSpPr/>
          <p:nvPr/>
        </p:nvSpPr>
        <p:spPr>
          <a:xfrm>
            <a:off x="4281031" y="5924550"/>
            <a:ext cx="3479304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ansible -i inventory.ini all -m ping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43288" y="6229350"/>
            <a:ext cx="292804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 pong sur les 2 nœuds 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7700"/>
            <a:ext cx="65627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Kubernetes K3s </a:t>
            </a:r>
            <a:r>
              <a:rPr lang="fr-FR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Déploiement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11420475" cy="704850"/>
          </a:xfrm>
          <a:custGeom>
            <a:avLst/>
            <a:gdLst/>
            <a:ahLst/>
            <a:cxnLst/>
            <a:rect l="l" t="t" r="r" b="b"/>
            <a:pathLst>
              <a:path w="11420475" h="704850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590552"/>
                </a:lnTo>
                <a:cubicBezTo>
                  <a:pt x="11420475" y="653677"/>
                  <a:pt x="11369302" y="704850"/>
                  <a:pt x="11306177" y="704850"/>
                </a:cubicBezTo>
                <a:lnTo>
                  <a:pt x="114298" y="704850"/>
                </a:lnTo>
                <a:cubicBezTo>
                  <a:pt x="51215" y="704850"/>
                  <a:pt x="0" y="653635"/>
                  <a:pt x="0" y="5905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495425"/>
            <a:ext cx="111252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du cluster K3s</a:t>
            </a:r>
            <a:r>
              <a:rPr lang="en-US" sz="15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haute disponibilité — 2 pods Flask répartis sur le worker node pour assurer la continuité de service.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162175"/>
            <a:ext cx="7543800" cy="4314825"/>
          </a:xfrm>
          <a:custGeom>
            <a:avLst/>
            <a:gdLst/>
            <a:ahLst/>
            <a:cxnLst/>
            <a:rect l="l" t="t" r="r" b="b"/>
            <a:pathLst>
              <a:path w="7543800" h="4314825">
                <a:moveTo>
                  <a:pt x="114300" y="0"/>
                </a:moveTo>
                <a:lnTo>
                  <a:pt x="7429500" y="0"/>
                </a:lnTo>
                <a:cubicBezTo>
                  <a:pt x="7492626" y="0"/>
                  <a:pt x="7543800" y="51174"/>
                  <a:pt x="7543800" y="114300"/>
                </a:cubicBezTo>
                <a:lnTo>
                  <a:pt x="7543800" y="4200525"/>
                </a:lnTo>
                <a:cubicBezTo>
                  <a:pt x="7543800" y="4263651"/>
                  <a:pt x="7492626" y="4314825"/>
                  <a:pt x="7429500" y="4314825"/>
                </a:cubicBezTo>
                <a:lnTo>
                  <a:pt x="114300" y="4314825"/>
                </a:lnTo>
                <a:cubicBezTo>
                  <a:pt x="51174" y="4314825"/>
                  <a:pt x="0" y="4263651"/>
                  <a:pt x="0" y="4200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357438"/>
            <a:ext cx="6981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du Cluster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91" r="2891"/>
          <a:stretch>
            <a:fillRect/>
          </a:stretch>
        </p:blipFill>
        <p:spPr>
          <a:xfrm>
            <a:off x="581025" y="2814638"/>
            <a:ext cx="7153275" cy="34671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8"/>
          <p:cNvSpPr/>
          <p:nvPr/>
        </p:nvSpPr>
        <p:spPr>
          <a:xfrm>
            <a:off x="8132713" y="2162175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114293" y="0"/>
                </a:moveTo>
                <a:lnTo>
                  <a:pt x="3562357" y="0"/>
                </a:lnTo>
                <a:cubicBezTo>
                  <a:pt x="3625479" y="0"/>
                  <a:pt x="3676650" y="51171"/>
                  <a:pt x="3676650" y="114293"/>
                </a:cubicBezTo>
                <a:lnTo>
                  <a:pt x="3676650" y="2238382"/>
                </a:lnTo>
                <a:cubicBezTo>
                  <a:pt x="3676650" y="2301504"/>
                  <a:pt x="3625479" y="2352675"/>
                  <a:pt x="356235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63694" y="23955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E59560"/>
          </a:solidFill>
        </p:spPr>
      </p:sp>
      <p:sp>
        <p:nvSpPr>
          <p:cNvPr id="13" name="Text 10"/>
          <p:cNvSpPr/>
          <p:nvPr/>
        </p:nvSpPr>
        <p:spPr>
          <a:xfrm>
            <a:off x="8566100" y="2357438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Accès Utilisateur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7975" y="2776538"/>
            <a:ext cx="3286125" cy="762000"/>
          </a:xfrm>
          <a:custGeom>
            <a:avLst/>
            <a:gdLst/>
            <a:ahLst/>
            <a:cxnLst/>
            <a:rect l="l" t="t" r="r" b="b"/>
            <a:pathLst>
              <a:path w="3286125" h="7620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685800"/>
                </a:lnTo>
                <a:cubicBezTo>
                  <a:pt x="3286125" y="727856"/>
                  <a:pt x="3251981" y="762000"/>
                  <a:pt x="3209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8442275" y="2890838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URL d'accès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42275" y="3186113"/>
            <a:ext cx="2442418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http://13.48.46.222:30080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42275" y="3650298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Accessible depuis n'importe quel navigateur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32713" y="467201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3535" y="4815205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Haute Disponibilité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27975" y="5248275"/>
            <a:ext cx="3286125" cy="457200"/>
          </a:xfrm>
          <a:custGeom>
            <a:avLst/>
            <a:gdLst/>
            <a:ahLst/>
            <a:cxnLst/>
            <a:rect l="l" t="t" r="r" b="b"/>
            <a:pathLst>
              <a:path w="3286125" h="4572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380998"/>
                </a:lnTo>
                <a:cubicBezTo>
                  <a:pt x="3286125" y="423083"/>
                  <a:pt x="3252008" y="457200"/>
                  <a:pt x="32099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8442275" y="5381625"/>
            <a:ext cx="997893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replicas: 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7975" y="5819775"/>
            <a:ext cx="33623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 un pod tombe, l'autre continue.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K3s en recrée un nouveau automatiquement.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7700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Pipeline CI/CD — GitLab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11420475" cy="704850"/>
          </a:xfrm>
          <a:custGeom>
            <a:avLst/>
            <a:gdLst/>
            <a:ahLst/>
            <a:cxnLst/>
            <a:rect l="l" t="t" r="r" b="b"/>
            <a:pathLst>
              <a:path w="11420475" h="704850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590552"/>
                </a:lnTo>
                <a:cubicBezTo>
                  <a:pt x="11420475" y="653677"/>
                  <a:pt x="11369302" y="704850"/>
                  <a:pt x="11306177" y="704850"/>
                </a:cubicBezTo>
                <a:lnTo>
                  <a:pt x="114298" y="704850"/>
                </a:lnTo>
                <a:cubicBezTo>
                  <a:pt x="51215" y="704850"/>
                  <a:pt x="0" y="653635"/>
                  <a:pt x="0" y="5905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495425"/>
            <a:ext cx="111252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Chaque git push déclenche automatiquement les 4 stages</a:t>
            </a:r>
            <a:r>
              <a:rPr lang="en-US" sz="15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du pipeline pour un déploiement continu et sans intervention manuelle.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6080" y="2451735"/>
            <a:ext cx="2733675" cy="2306320"/>
          </a:xfrm>
          <a:custGeom>
            <a:avLst/>
            <a:gdLst/>
            <a:ahLst/>
            <a:cxnLst/>
            <a:rect l="l" t="t" r="r" b="b"/>
            <a:pathLst>
              <a:path w="2733675" h="31337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3019430"/>
                </a:lnTo>
                <a:cubicBezTo>
                  <a:pt x="2733675" y="3082553"/>
                  <a:pt x="2682503" y="3133725"/>
                  <a:pt x="2619380" y="3133725"/>
                </a:cubicBezTo>
                <a:lnTo>
                  <a:pt x="114295" y="3133725"/>
                </a:lnTo>
                <a:cubicBezTo>
                  <a:pt x="51172" y="3133725"/>
                  <a:pt x="0" y="3082553"/>
                  <a:pt x="0" y="30194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875" y="2733993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3153092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Construction de l'image Docker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3534093"/>
            <a:ext cx="2343150" cy="685800"/>
          </a:xfrm>
          <a:custGeom>
            <a:avLst/>
            <a:gdLst/>
            <a:ahLst/>
            <a:cxnLst/>
            <a:rect l="l" t="t" r="r" b="b"/>
            <a:pathLst>
              <a:path w="2343150" h="6858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609601"/>
                </a:lnTo>
                <a:cubicBezTo>
                  <a:pt x="2343150" y="651684"/>
                  <a:pt x="2309034" y="685800"/>
                  <a:pt x="2266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57225" y="364839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 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87699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-t $IMAGE 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91096" y="439134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16" name="Text 14"/>
          <p:cNvSpPr/>
          <p:nvPr/>
        </p:nvSpPr>
        <p:spPr>
          <a:xfrm>
            <a:off x="1581596" y="4334193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81680" y="2451735"/>
            <a:ext cx="2733675" cy="2303780"/>
          </a:xfrm>
          <a:custGeom>
            <a:avLst/>
            <a:gdLst/>
            <a:ahLst/>
            <a:cxnLst/>
            <a:rect l="l" t="t" r="r" b="b"/>
            <a:pathLst>
              <a:path w="2733675" h="31337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3019430"/>
                </a:lnTo>
                <a:cubicBezTo>
                  <a:pt x="2733675" y="3082553"/>
                  <a:pt x="2682503" y="3133725"/>
                  <a:pt x="2619380" y="3133725"/>
                </a:cubicBezTo>
                <a:lnTo>
                  <a:pt x="114295" y="3133725"/>
                </a:lnTo>
                <a:cubicBezTo>
                  <a:pt x="51172" y="3133725"/>
                  <a:pt x="0" y="3082553"/>
                  <a:pt x="0" y="30194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475" y="2731453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38525" y="3150552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Exécution des tests automatisés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6625" y="3531553"/>
            <a:ext cx="2343150" cy="685800"/>
          </a:xfrm>
          <a:custGeom>
            <a:avLst/>
            <a:gdLst/>
            <a:ahLst/>
            <a:cxnLst/>
            <a:rect l="l" t="t" r="r" b="b"/>
            <a:pathLst>
              <a:path w="2343150" h="6858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609601"/>
                </a:lnTo>
                <a:cubicBezTo>
                  <a:pt x="2343150" y="651684"/>
                  <a:pt x="2309034" y="685800"/>
                  <a:pt x="2266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552825" y="36458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pip install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2825" y="38744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pytest flask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696" y="43888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26" name="Text 24"/>
          <p:cNvSpPr/>
          <p:nvPr/>
        </p:nvSpPr>
        <p:spPr>
          <a:xfrm>
            <a:off x="4477196" y="4331653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7280" y="2449195"/>
            <a:ext cx="2733675" cy="2306320"/>
          </a:xfrm>
          <a:custGeom>
            <a:avLst/>
            <a:gdLst/>
            <a:ahLst/>
            <a:cxnLst/>
            <a:rect l="l" t="t" r="r" b="b"/>
            <a:pathLst>
              <a:path w="2733675" h="31337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3019430"/>
                </a:lnTo>
                <a:cubicBezTo>
                  <a:pt x="2733675" y="3082553"/>
                  <a:pt x="2682503" y="3133725"/>
                  <a:pt x="2619380" y="3133725"/>
                </a:cubicBezTo>
                <a:lnTo>
                  <a:pt x="114295" y="3133725"/>
                </a:lnTo>
                <a:cubicBezTo>
                  <a:pt x="51172" y="3133725"/>
                  <a:pt x="0" y="3082553"/>
                  <a:pt x="0" y="30194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5075" y="2731453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4125" y="3150552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Publication sur Docker Hub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2225" y="3531553"/>
            <a:ext cx="2343150" cy="685800"/>
          </a:xfrm>
          <a:custGeom>
            <a:avLst/>
            <a:gdLst/>
            <a:ahLst/>
            <a:cxnLst/>
            <a:rect l="l" t="t" r="r" b="b"/>
            <a:pathLst>
              <a:path w="2343150" h="6858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609601"/>
                </a:lnTo>
                <a:cubicBezTo>
                  <a:pt x="2343150" y="651684"/>
                  <a:pt x="2309034" y="685800"/>
                  <a:pt x="2266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448425" y="36458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 push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8425" y="38744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$IMAGE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82296" y="43888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36" name="Text 34"/>
          <p:cNvSpPr/>
          <p:nvPr/>
        </p:nvSpPr>
        <p:spPr>
          <a:xfrm>
            <a:off x="7372796" y="4331653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2880" y="2430145"/>
            <a:ext cx="2733675" cy="2325370"/>
          </a:xfrm>
          <a:custGeom>
            <a:avLst/>
            <a:gdLst/>
            <a:ahLst/>
            <a:cxnLst/>
            <a:rect l="l" t="t" r="r" b="b"/>
            <a:pathLst>
              <a:path w="2733675" h="3133725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3019430"/>
                </a:lnTo>
                <a:cubicBezTo>
                  <a:pt x="2733675" y="3082553"/>
                  <a:pt x="2682503" y="3133725"/>
                  <a:pt x="2619380" y="3133725"/>
                </a:cubicBezTo>
                <a:lnTo>
                  <a:pt x="114295" y="3133725"/>
                </a:lnTo>
                <a:cubicBezTo>
                  <a:pt x="51172" y="3133725"/>
                  <a:pt x="0" y="3082553"/>
                  <a:pt x="0" y="30194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10675" y="2731453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DEPLOY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29725" y="3150552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sur Kubernetes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67825" y="3531553"/>
            <a:ext cx="2343150" cy="685800"/>
          </a:xfrm>
          <a:custGeom>
            <a:avLst/>
            <a:gdLst/>
            <a:ahLst/>
            <a:cxnLst/>
            <a:rect l="l" t="t" r="r" b="b"/>
            <a:pathLst>
              <a:path w="2343150" h="6858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609601"/>
                </a:lnTo>
                <a:cubicBezTo>
                  <a:pt x="2343150" y="651684"/>
                  <a:pt x="2309034" y="685800"/>
                  <a:pt x="2266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9344025" y="36458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kubectl apply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344025" y="3874453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-f deployment.yaml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077896" y="43888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46" name="Text 44"/>
          <p:cNvSpPr/>
          <p:nvPr/>
        </p:nvSpPr>
        <p:spPr>
          <a:xfrm>
            <a:off x="10268396" y="4331653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081020" y="5128895"/>
            <a:ext cx="6004560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114302" y="0"/>
                </a:moveTo>
                <a:lnTo>
                  <a:pt x="5514973" y="0"/>
                </a:lnTo>
                <a:cubicBezTo>
                  <a:pt x="5578100" y="0"/>
                  <a:pt x="5629275" y="51175"/>
                  <a:pt x="5629275" y="114302"/>
                </a:cubicBezTo>
                <a:lnTo>
                  <a:pt x="5629275" y="1266823"/>
                </a:lnTo>
                <a:cubicBezTo>
                  <a:pt x="5629275" y="1329950"/>
                  <a:pt x="5578100" y="1381125"/>
                  <a:pt x="55149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940" y="5286058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Variables GitLab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37865" y="5667058"/>
            <a:ext cx="1247775" cy="304800"/>
          </a:xfrm>
          <a:custGeom>
            <a:avLst/>
            <a:gdLst/>
            <a:ahLst/>
            <a:cxnLst/>
            <a:rect l="l" t="t" r="r" b="b"/>
            <a:pathLst>
              <a:path w="1247775" h="304800">
                <a:moveTo>
                  <a:pt x="38100" y="0"/>
                </a:moveTo>
                <a:lnTo>
                  <a:pt x="1209675" y="0"/>
                </a:lnTo>
                <a:cubicBezTo>
                  <a:pt x="1230703" y="0"/>
                  <a:pt x="1247775" y="17072"/>
                  <a:pt x="1247775" y="38100"/>
                </a:cubicBezTo>
                <a:lnTo>
                  <a:pt x="1247775" y="266700"/>
                </a:lnTo>
                <a:cubicBezTo>
                  <a:pt x="1247775" y="287728"/>
                  <a:pt x="1230703" y="304800"/>
                  <a:pt x="12096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3237865" y="5667058"/>
            <a:ext cx="132397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DOCKER_USER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57970" y="5667058"/>
            <a:ext cx="1228725" cy="304800"/>
          </a:xfrm>
          <a:custGeom>
            <a:avLst/>
            <a:gdLst/>
            <a:ahLst/>
            <a:cxnLst/>
            <a:rect l="l" t="t" r="r" b="b"/>
            <a:pathLst>
              <a:path w="1228725" h="304800">
                <a:moveTo>
                  <a:pt x="38100" y="0"/>
                </a:moveTo>
                <a:lnTo>
                  <a:pt x="1190625" y="0"/>
                </a:lnTo>
                <a:cubicBezTo>
                  <a:pt x="1211653" y="0"/>
                  <a:pt x="1228725" y="17072"/>
                  <a:pt x="1228725" y="38100"/>
                </a:cubicBezTo>
                <a:lnTo>
                  <a:pt x="1228725" y="266700"/>
                </a:lnTo>
                <a:cubicBezTo>
                  <a:pt x="1228725" y="287728"/>
                  <a:pt x="1211653" y="304800"/>
                  <a:pt x="11906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4557970" y="5667058"/>
            <a:ext cx="130492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DOCKER_PASS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865426" y="5667058"/>
            <a:ext cx="1085850" cy="304800"/>
          </a:xfrm>
          <a:custGeom>
            <a:avLst/>
            <a:gdLst/>
            <a:ahLst/>
            <a:cxnLst/>
            <a:rect l="l" t="t" r="r" b="b"/>
            <a:pathLst>
              <a:path w="1085850" h="304800">
                <a:moveTo>
                  <a:pt x="38100" y="0"/>
                </a:moveTo>
                <a:lnTo>
                  <a:pt x="1047750" y="0"/>
                </a:lnTo>
                <a:cubicBezTo>
                  <a:pt x="1068778" y="0"/>
                  <a:pt x="1085850" y="17072"/>
                  <a:pt x="1085850" y="38100"/>
                </a:cubicBezTo>
                <a:lnTo>
                  <a:pt x="1085850" y="266700"/>
                </a:lnTo>
                <a:cubicBezTo>
                  <a:pt x="1085850" y="287728"/>
                  <a:pt x="1068778" y="304800"/>
                  <a:pt x="10477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5865426" y="5667058"/>
            <a:ext cx="116205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K8S_SERVER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96125" y="5667058"/>
            <a:ext cx="1866900" cy="304800"/>
          </a:xfrm>
          <a:custGeom>
            <a:avLst/>
            <a:gdLst/>
            <a:ahLst/>
            <a:cxnLst/>
            <a:rect l="l" t="t" r="r" b="b"/>
            <a:pathLst>
              <a:path w="1866900" h="304800">
                <a:moveTo>
                  <a:pt x="38100" y="0"/>
                </a:moveTo>
                <a:lnTo>
                  <a:pt x="1828800" y="0"/>
                </a:lnTo>
                <a:cubicBezTo>
                  <a:pt x="1849828" y="0"/>
                  <a:pt x="1866900" y="17072"/>
                  <a:pt x="1866900" y="38100"/>
                </a:cubicBezTo>
                <a:lnTo>
                  <a:pt x="1866900" y="266700"/>
                </a:lnTo>
                <a:cubicBezTo>
                  <a:pt x="1866900" y="287728"/>
                  <a:pt x="1849828" y="304800"/>
                  <a:pt x="1828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7124065" y="5667058"/>
            <a:ext cx="19431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KUBECONFIG_CONTENT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7895" y="603389"/>
            <a:ext cx="4330201" cy="425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Résultats </a:t>
            </a:r>
            <a:r>
              <a:rPr lang="fr-FR" altLang="en-US" sz="33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 </a:t>
            </a:r>
            <a:r>
              <a:rPr lang="en-US" sz="33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371" y="1211214"/>
            <a:ext cx="11473258" cy="656629"/>
          </a:xfrm>
          <a:custGeom>
            <a:avLst/>
            <a:gdLst/>
            <a:ahLst/>
            <a:cxnLst/>
            <a:rect l="l" t="t" r="r" b="b"/>
            <a:pathLst>
              <a:path w="11473258" h="656629">
                <a:moveTo>
                  <a:pt x="106479" y="0"/>
                </a:moveTo>
                <a:lnTo>
                  <a:pt x="11366779" y="0"/>
                </a:lnTo>
                <a:cubicBezTo>
                  <a:pt x="11425585" y="0"/>
                  <a:pt x="11473258" y="47672"/>
                  <a:pt x="11473258" y="106479"/>
                </a:cubicBezTo>
                <a:lnTo>
                  <a:pt x="11473258" y="550150"/>
                </a:lnTo>
                <a:cubicBezTo>
                  <a:pt x="11473258" y="608957"/>
                  <a:pt x="11425585" y="656629"/>
                  <a:pt x="11366779" y="656629"/>
                </a:cubicBezTo>
                <a:lnTo>
                  <a:pt x="106479" y="656629"/>
                </a:lnTo>
                <a:cubicBezTo>
                  <a:pt x="47672" y="656629"/>
                  <a:pt x="0" y="608957"/>
                  <a:pt x="0" y="550150"/>
                </a:cubicBezTo>
                <a:lnTo>
                  <a:pt x="0" y="106479"/>
                </a:lnTo>
                <a:cubicBezTo>
                  <a:pt x="0" y="47712"/>
                  <a:pt x="47712" y="0"/>
                  <a:pt x="10647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275" y="1393118"/>
            <a:ext cx="11198183" cy="292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5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Validation complète du projet DevOps</a:t>
            </a:r>
            <a:r>
              <a:rPr lang="en-US" sz="139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fr-FR" sz="139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: </a:t>
            </a:r>
            <a:r>
              <a:rPr lang="en-US" sz="139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tous les composants sont fonctionnels et l'application est accessible publiquement.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9371" y="2014253"/>
            <a:ext cx="3726812" cy="1978760"/>
          </a:xfrm>
          <a:custGeom>
            <a:avLst/>
            <a:gdLst/>
            <a:ahLst/>
            <a:cxnLst/>
            <a:rect l="l" t="t" r="r" b="b"/>
            <a:pathLst>
              <a:path w="3726812" h="1978760">
                <a:moveTo>
                  <a:pt x="106477" y="0"/>
                </a:moveTo>
                <a:lnTo>
                  <a:pt x="3620335" y="0"/>
                </a:lnTo>
                <a:cubicBezTo>
                  <a:pt x="3679141" y="0"/>
                  <a:pt x="3726812" y="47671"/>
                  <a:pt x="3726812" y="106477"/>
                </a:cubicBezTo>
                <a:lnTo>
                  <a:pt x="3726812" y="1872283"/>
                </a:lnTo>
                <a:cubicBezTo>
                  <a:pt x="3726812" y="1931088"/>
                  <a:pt x="3679141" y="1978760"/>
                  <a:pt x="3620335" y="1978760"/>
                </a:cubicBezTo>
                <a:lnTo>
                  <a:pt x="106477" y="1978760"/>
                </a:lnTo>
                <a:cubicBezTo>
                  <a:pt x="47671" y="1978760"/>
                  <a:pt x="0" y="1931088"/>
                  <a:pt x="0" y="1872283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987" y="2205031"/>
            <a:ext cx="1845659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Application accessible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1275" y="2604332"/>
            <a:ext cx="3363004" cy="887336"/>
          </a:xfrm>
          <a:custGeom>
            <a:avLst/>
            <a:gdLst/>
            <a:ahLst/>
            <a:cxnLst/>
            <a:rect l="l" t="t" r="r" b="b"/>
            <a:pathLst>
              <a:path w="3363004" h="887336">
                <a:moveTo>
                  <a:pt x="70987" y="0"/>
                </a:moveTo>
                <a:lnTo>
                  <a:pt x="3292017" y="0"/>
                </a:lnTo>
                <a:cubicBezTo>
                  <a:pt x="3331222" y="0"/>
                  <a:pt x="3363004" y="31782"/>
                  <a:pt x="3363004" y="70987"/>
                </a:cubicBezTo>
                <a:lnTo>
                  <a:pt x="3363004" y="816349"/>
                </a:lnTo>
                <a:cubicBezTo>
                  <a:pt x="3363004" y="855554"/>
                  <a:pt x="3331222" y="887336"/>
                  <a:pt x="3292017" y="887336"/>
                </a:cubicBezTo>
                <a:lnTo>
                  <a:pt x="70987" y="887336"/>
                </a:lnTo>
                <a:cubicBezTo>
                  <a:pt x="31808" y="887336"/>
                  <a:pt x="0" y="855528"/>
                  <a:pt x="0" y="816349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43319" y="2923773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b="1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http://13.48.46.222:30080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275" y="3598148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Accessible depuis n'importe quel navigateur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4674" y="2014253"/>
            <a:ext cx="3726812" cy="1978760"/>
          </a:xfrm>
          <a:custGeom>
            <a:avLst/>
            <a:gdLst/>
            <a:ahLst/>
            <a:cxnLst/>
            <a:rect l="l" t="t" r="r" b="b"/>
            <a:pathLst>
              <a:path w="3726812" h="1978760">
                <a:moveTo>
                  <a:pt x="106477" y="0"/>
                </a:moveTo>
                <a:lnTo>
                  <a:pt x="3620335" y="0"/>
                </a:lnTo>
                <a:cubicBezTo>
                  <a:pt x="3679141" y="0"/>
                  <a:pt x="3726812" y="47671"/>
                  <a:pt x="3726812" y="106477"/>
                </a:cubicBezTo>
                <a:lnTo>
                  <a:pt x="3726812" y="1872283"/>
                </a:lnTo>
                <a:cubicBezTo>
                  <a:pt x="3726812" y="1931088"/>
                  <a:pt x="3679141" y="1978760"/>
                  <a:pt x="3620335" y="1978760"/>
                </a:cubicBezTo>
                <a:lnTo>
                  <a:pt x="106477" y="1978760"/>
                </a:lnTo>
                <a:cubicBezTo>
                  <a:pt x="47671" y="1978760"/>
                  <a:pt x="0" y="1931088"/>
                  <a:pt x="0" y="1872283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8459" y="2196776"/>
            <a:ext cx="129551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 pods Running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6578" y="2604332"/>
            <a:ext cx="3363004" cy="887336"/>
          </a:xfrm>
          <a:custGeom>
            <a:avLst/>
            <a:gdLst/>
            <a:ahLst/>
            <a:cxnLst/>
            <a:rect l="l" t="t" r="r" b="b"/>
            <a:pathLst>
              <a:path w="3363004" h="887336">
                <a:moveTo>
                  <a:pt x="70987" y="0"/>
                </a:moveTo>
                <a:lnTo>
                  <a:pt x="3292017" y="0"/>
                </a:lnTo>
                <a:cubicBezTo>
                  <a:pt x="3331222" y="0"/>
                  <a:pt x="3363004" y="31782"/>
                  <a:pt x="3363004" y="70987"/>
                </a:cubicBezTo>
                <a:lnTo>
                  <a:pt x="3363004" y="816349"/>
                </a:lnTo>
                <a:cubicBezTo>
                  <a:pt x="3363004" y="855554"/>
                  <a:pt x="3331222" y="887336"/>
                  <a:pt x="3292017" y="887336"/>
                </a:cubicBezTo>
                <a:lnTo>
                  <a:pt x="70987" y="887336"/>
                </a:lnTo>
                <a:cubicBezTo>
                  <a:pt x="31808" y="887336"/>
                  <a:pt x="0" y="855528"/>
                  <a:pt x="0" y="816349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518621" y="2746306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kubectl get pods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0393" y="3092367"/>
            <a:ext cx="1212878" cy="230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5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2/2 Running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6578" y="3598148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Haute disponibilité assurée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9976" y="2014253"/>
            <a:ext cx="3726812" cy="1978760"/>
          </a:xfrm>
          <a:custGeom>
            <a:avLst/>
            <a:gdLst/>
            <a:ahLst/>
            <a:cxnLst/>
            <a:rect l="l" t="t" r="r" b="b"/>
            <a:pathLst>
              <a:path w="3726812" h="1978760">
                <a:moveTo>
                  <a:pt x="106477" y="0"/>
                </a:moveTo>
                <a:lnTo>
                  <a:pt x="3620335" y="0"/>
                </a:lnTo>
                <a:cubicBezTo>
                  <a:pt x="3679141" y="0"/>
                  <a:pt x="3726812" y="47671"/>
                  <a:pt x="3726812" y="106477"/>
                </a:cubicBezTo>
                <a:lnTo>
                  <a:pt x="3726812" y="1872283"/>
                </a:lnTo>
                <a:cubicBezTo>
                  <a:pt x="3726812" y="1931088"/>
                  <a:pt x="3679141" y="1978760"/>
                  <a:pt x="3620335" y="1978760"/>
                </a:cubicBezTo>
                <a:lnTo>
                  <a:pt x="106477" y="1978760"/>
                </a:lnTo>
                <a:cubicBezTo>
                  <a:pt x="47671" y="1978760"/>
                  <a:pt x="0" y="1931088"/>
                  <a:pt x="0" y="1872283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3926" y="2205031"/>
            <a:ext cx="121565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Pipeline réussi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91880" y="2604332"/>
            <a:ext cx="3363004" cy="887336"/>
          </a:xfrm>
          <a:custGeom>
            <a:avLst/>
            <a:gdLst/>
            <a:ahLst/>
            <a:cxnLst/>
            <a:rect l="l" t="t" r="r" b="b"/>
            <a:pathLst>
              <a:path w="3363004" h="887336">
                <a:moveTo>
                  <a:pt x="70987" y="0"/>
                </a:moveTo>
                <a:lnTo>
                  <a:pt x="3292017" y="0"/>
                </a:lnTo>
                <a:cubicBezTo>
                  <a:pt x="3331222" y="0"/>
                  <a:pt x="3363004" y="31782"/>
                  <a:pt x="3363004" y="70987"/>
                </a:cubicBezTo>
                <a:lnTo>
                  <a:pt x="3363004" y="816349"/>
                </a:lnTo>
                <a:cubicBezTo>
                  <a:pt x="3363004" y="855554"/>
                  <a:pt x="3331222" y="887336"/>
                  <a:pt x="3292017" y="887336"/>
                </a:cubicBezTo>
                <a:lnTo>
                  <a:pt x="70987" y="887336"/>
                </a:lnTo>
                <a:cubicBezTo>
                  <a:pt x="31808" y="887336"/>
                  <a:pt x="0" y="855528"/>
                  <a:pt x="0" y="816349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9713975" y="2755179"/>
            <a:ext cx="516457" cy="292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95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4/4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93924" y="3101240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stages verts 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1880" y="3598148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GitLab CI/CD fonctionnel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371" y="4143860"/>
            <a:ext cx="3726812" cy="1943266"/>
          </a:xfrm>
          <a:custGeom>
            <a:avLst/>
            <a:gdLst/>
            <a:ahLst/>
            <a:cxnLst/>
            <a:rect l="l" t="t" r="r" b="b"/>
            <a:pathLst>
              <a:path w="3726812" h="1943266">
                <a:moveTo>
                  <a:pt x="106472" y="0"/>
                </a:moveTo>
                <a:lnTo>
                  <a:pt x="3620341" y="0"/>
                </a:lnTo>
                <a:cubicBezTo>
                  <a:pt x="3679143" y="0"/>
                  <a:pt x="3726812" y="47669"/>
                  <a:pt x="3726812" y="106472"/>
                </a:cubicBezTo>
                <a:lnTo>
                  <a:pt x="3726812" y="1836795"/>
                </a:lnTo>
                <a:cubicBezTo>
                  <a:pt x="3726812" y="1895597"/>
                  <a:pt x="3679143" y="1943266"/>
                  <a:pt x="3620341" y="1943266"/>
                </a:cubicBezTo>
                <a:lnTo>
                  <a:pt x="106472" y="1943266"/>
                </a:lnTo>
                <a:cubicBezTo>
                  <a:pt x="47669" y="1943266"/>
                  <a:pt x="0" y="1895597"/>
                  <a:pt x="0" y="1836795"/>
                </a:cubicBezTo>
                <a:lnTo>
                  <a:pt x="0" y="106472"/>
                </a:lnTo>
                <a:cubicBezTo>
                  <a:pt x="0" y="47708"/>
                  <a:pt x="47708" y="0"/>
                  <a:pt x="1064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322" y="4325748"/>
            <a:ext cx="1517345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Cluster K3s Ready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1275" y="4733939"/>
            <a:ext cx="3363004" cy="851843"/>
          </a:xfrm>
          <a:custGeom>
            <a:avLst/>
            <a:gdLst/>
            <a:ahLst/>
            <a:cxnLst/>
            <a:rect l="l" t="t" r="r" b="b"/>
            <a:pathLst>
              <a:path w="3363004" h="851843">
                <a:moveTo>
                  <a:pt x="70984" y="0"/>
                </a:moveTo>
                <a:lnTo>
                  <a:pt x="3292020" y="0"/>
                </a:lnTo>
                <a:cubicBezTo>
                  <a:pt x="3331224" y="0"/>
                  <a:pt x="3363004" y="31781"/>
                  <a:pt x="3363004" y="70984"/>
                </a:cubicBezTo>
                <a:lnTo>
                  <a:pt x="3363004" y="780859"/>
                </a:lnTo>
                <a:cubicBezTo>
                  <a:pt x="3363004" y="820062"/>
                  <a:pt x="3331224" y="851843"/>
                  <a:pt x="3292020" y="851843"/>
                </a:cubicBezTo>
                <a:lnTo>
                  <a:pt x="70984" y="851843"/>
                </a:lnTo>
                <a:cubicBezTo>
                  <a:pt x="31807" y="851843"/>
                  <a:pt x="0" y="820036"/>
                  <a:pt x="0" y="780859"/>
                </a:cubicBezTo>
                <a:lnTo>
                  <a:pt x="0" y="70984"/>
                </a:lnTo>
                <a:cubicBezTo>
                  <a:pt x="0" y="31807"/>
                  <a:pt x="31807" y="0"/>
                  <a:pt x="709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3319" y="4875913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master + worker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009" y="5159860"/>
            <a:ext cx="3185537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5" b="1" dirty="0">
                <a:solidFill>
                  <a:srgbClr val="E595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Ready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1275" y="5692262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fonctionnelle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34674" y="4143860"/>
            <a:ext cx="3726812" cy="1943266"/>
          </a:xfrm>
          <a:custGeom>
            <a:avLst/>
            <a:gdLst/>
            <a:ahLst/>
            <a:cxnLst/>
            <a:rect l="l" t="t" r="r" b="b"/>
            <a:pathLst>
              <a:path w="3726812" h="1943266">
                <a:moveTo>
                  <a:pt x="106472" y="0"/>
                </a:moveTo>
                <a:lnTo>
                  <a:pt x="3620341" y="0"/>
                </a:lnTo>
                <a:cubicBezTo>
                  <a:pt x="3679143" y="0"/>
                  <a:pt x="3726812" y="47669"/>
                  <a:pt x="3726812" y="106472"/>
                </a:cubicBezTo>
                <a:lnTo>
                  <a:pt x="3726812" y="1836795"/>
                </a:lnTo>
                <a:cubicBezTo>
                  <a:pt x="3726812" y="1895597"/>
                  <a:pt x="3679143" y="1943266"/>
                  <a:pt x="3620341" y="1943266"/>
                </a:cubicBezTo>
                <a:lnTo>
                  <a:pt x="106472" y="1943266"/>
                </a:lnTo>
                <a:cubicBezTo>
                  <a:pt x="47669" y="1943266"/>
                  <a:pt x="0" y="1895597"/>
                  <a:pt x="0" y="1836795"/>
                </a:cubicBezTo>
                <a:lnTo>
                  <a:pt x="0" y="106472"/>
                </a:lnTo>
                <a:cubicBezTo>
                  <a:pt x="0" y="47708"/>
                  <a:pt x="47708" y="0"/>
                  <a:pt x="1064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3069" y="4325748"/>
            <a:ext cx="1055930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Ansible ping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6578" y="4733939"/>
            <a:ext cx="3363004" cy="851843"/>
          </a:xfrm>
          <a:custGeom>
            <a:avLst/>
            <a:gdLst/>
            <a:ahLst/>
            <a:cxnLst/>
            <a:rect l="l" t="t" r="r" b="b"/>
            <a:pathLst>
              <a:path w="3363004" h="851843">
                <a:moveTo>
                  <a:pt x="70984" y="0"/>
                </a:moveTo>
                <a:lnTo>
                  <a:pt x="3292020" y="0"/>
                </a:lnTo>
                <a:cubicBezTo>
                  <a:pt x="3331224" y="0"/>
                  <a:pt x="3363004" y="31781"/>
                  <a:pt x="3363004" y="70984"/>
                </a:cubicBezTo>
                <a:lnTo>
                  <a:pt x="3363004" y="780859"/>
                </a:lnTo>
                <a:cubicBezTo>
                  <a:pt x="3363004" y="820062"/>
                  <a:pt x="3331224" y="851843"/>
                  <a:pt x="3292020" y="851843"/>
                </a:cubicBezTo>
                <a:lnTo>
                  <a:pt x="70984" y="851843"/>
                </a:lnTo>
                <a:cubicBezTo>
                  <a:pt x="31807" y="851843"/>
                  <a:pt x="0" y="820036"/>
                  <a:pt x="0" y="780859"/>
                </a:cubicBezTo>
                <a:lnTo>
                  <a:pt x="0" y="70984"/>
                </a:lnTo>
                <a:cubicBezTo>
                  <a:pt x="0" y="31807"/>
                  <a:pt x="31807" y="0"/>
                  <a:pt x="709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4518621" y="4911406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 pong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23058" y="5195354"/>
            <a:ext cx="3150044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sur 2 nœuds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16578" y="5692262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 réussie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9976" y="4143860"/>
            <a:ext cx="3726812" cy="1943266"/>
          </a:xfrm>
          <a:custGeom>
            <a:avLst/>
            <a:gdLst/>
            <a:ahLst/>
            <a:cxnLst/>
            <a:rect l="l" t="t" r="r" b="b"/>
            <a:pathLst>
              <a:path w="3726812" h="1943266">
                <a:moveTo>
                  <a:pt x="106472" y="0"/>
                </a:moveTo>
                <a:lnTo>
                  <a:pt x="3620341" y="0"/>
                </a:lnTo>
                <a:cubicBezTo>
                  <a:pt x="3679143" y="0"/>
                  <a:pt x="3726812" y="47669"/>
                  <a:pt x="3726812" y="106472"/>
                </a:cubicBezTo>
                <a:lnTo>
                  <a:pt x="3726812" y="1836795"/>
                </a:lnTo>
                <a:cubicBezTo>
                  <a:pt x="3726812" y="1895597"/>
                  <a:pt x="3679143" y="1943266"/>
                  <a:pt x="3620341" y="1943266"/>
                </a:cubicBezTo>
                <a:lnTo>
                  <a:pt x="106472" y="1943266"/>
                </a:lnTo>
                <a:cubicBezTo>
                  <a:pt x="47669" y="1943266"/>
                  <a:pt x="0" y="1895597"/>
                  <a:pt x="0" y="1836795"/>
                </a:cubicBezTo>
                <a:lnTo>
                  <a:pt x="0" y="106472"/>
                </a:lnTo>
                <a:cubicBezTo>
                  <a:pt x="0" y="47708"/>
                  <a:pt x="47708" y="0"/>
                  <a:pt x="1064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8371" y="4325748"/>
            <a:ext cx="1472978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Déploiement auto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1880" y="4733939"/>
            <a:ext cx="3363004" cy="851843"/>
          </a:xfrm>
          <a:custGeom>
            <a:avLst/>
            <a:gdLst/>
            <a:ahLst/>
            <a:cxnLst/>
            <a:rect l="l" t="t" r="r" b="b"/>
            <a:pathLst>
              <a:path w="3363004" h="851843">
                <a:moveTo>
                  <a:pt x="70984" y="0"/>
                </a:moveTo>
                <a:lnTo>
                  <a:pt x="3292020" y="0"/>
                </a:lnTo>
                <a:cubicBezTo>
                  <a:pt x="3331224" y="0"/>
                  <a:pt x="3363004" y="31781"/>
                  <a:pt x="3363004" y="70984"/>
                </a:cubicBezTo>
                <a:lnTo>
                  <a:pt x="3363004" y="780859"/>
                </a:lnTo>
                <a:cubicBezTo>
                  <a:pt x="3363004" y="820062"/>
                  <a:pt x="3331224" y="851843"/>
                  <a:pt x="3292020" y="851843"/>
                </a:cubicBezTo>
                <a:lnTo>
                  <a:pt x="70984" y="851843"/>
                </a:lnTo>
                <a:cubicBezTo>
                  <a:pt x="31807" y="851843"/>
                  <a:pt x="0" y="820036"/>
                  <a:pt x="0" y="780859"/>
                </a:cubicBezTo>
                <a:lnTo>
                  <a:pt x="0" y="70984"/>
                </a:lnTo>
                <a:cubicBezTo>
                  <a:pt x="0" y="31807"/>
                  <a:pt x="31807" y="0"/>
                  <a:pt x="709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9581013" y="4938026"/>
            <a:ext cx="782381" cy="1952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dirty="0">
                <a:solidFill>
                  <a:srgbClr val="E5956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git push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98360" y="5195354"/>
            <a:ext cx="3150044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→ app mise à jour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91880" y="5692262"/>
            <a:ext cx="343399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CI/CD opérationnel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539"/>
          </a:xfrm>
          <a:custGeom>
            <a:avLst/>
            <a:gdLst/>
            <a:ahLst/>
            <a:cxn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1A1D21">
                  <a:alpha val="70000"/>
                </a:srgbClr>
              </a:gs>
            </a:gsLst>
            <a:lin ang="2700000" scaled="1"/>
          </a:gradFill>
        </p:spPr>
      </p:sp>
      <p:sp>
        <p:nvSpPr>
          <p:cNvPr id="6" name="Text 3"/>
          <p:cNvSpPr/>
          <p:nvPr/>
        </p:nvSpPr>
        <p:spPr>
          <a:xfrm>
            <a:off x="508635" y="782955"/>
            <a:ext cx="2844800" cy="413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 </a:t>
            </a:r>
            <a:r>
              <a:rPr lang="fr-FR" sz="32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endParaRPr lang="fr-FR" sz="3255" b="1" dirty="0">
              <a:solidFill>
                <a:srgbClr val="E0E2E5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6225" y="1859280"/>
            <a:ext cx="4735830" cy="2317750"/>
          </a:xfrm>
          <a:custGeom>
            <a:avLst/>
            <a:gdLst/>
            <a:ahLst/>
            <a:cxnLst/>
            <a:rect l="l" t="t" r="r" b="b"/>
            <a:pathLst>
              <a:path w="5660879" h="2317772">
                <a:moveTo>
                  <a:pt x="103396" y="0"/>
                </a:moveTo>
                <a:lnTo>
                  <a:pt x="5557483" y="0"/>
                </a:lnTo>
                <a:cubicBezTo>
                  <a:pt x="5614587" y="0"/>
                  <a:pt x="5660879" y="46292"/>
                  <a:pt x="5660879" y="103396"/>
                </a:cubicBezTo>
                <a:lnTo>
                  <a:pt x="5660879" y="2214377"/>
                </a:lnTo>
                <a:cubicBezTo>
                  <a:pt x="5660879" y="2271481"/>
                  <a:pt x="5614587" y="2317772"/>
                  <a:pt x="5557483" y="2317772"/>
                </a:cubicBezTo>
                <a:lnTo>
                  <a:pt x="103396" y="2317772"/>
                </a:lnTo>
                <a:cubicBezTo>
                  <a:pt x="46292" y="2317772"/>
                  <a:pt x="0" y="2271481"/>
                  <a:pt x="0" y="2214377"/>
                </a:cubicBezTo>
                <a:lnTo>
                  <a:pt x="0" y="103396"/>
                </a:lnTo>
                <a:cubicBezTo>
                  <a:pt x="0" y="46330"/>
                  <a:pt x="46330" y="0"/>
                  <a:pt x="1033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41195" y="2047875"/>
            <a:ext cx="1405255" cy="275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Réalisations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572" y="2553162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114569" y="71589"/>
                </a:moveTo>
                <a:lnTo>
                  <a:pt x="87643" y="114670"/>
                </a:lnTo>
                <a:cubicBezTo>
                  <a:pt x="86230" y="116925"/>
                  <a:pt x="83807" y="118339"/>
                  <a:pt x="81148" y="118473"/>
                </a:cubicBezTo>
                <a:cubicBezTo>
                  <a:pt x="78489" y="118608"/>
                  <a:pt x="75931" y="117396"/>
                  <a:pt x="74349" y="115242"/>
                </a:cubicBezTo>
                <a:lnTo>
                  <a:pt x="58193" y="93702"/>
                </a:lnTo>
                <a:cubicBezTo>
                  <a:pt x="55501" y="90134"/>
                  <a:pt x="56241" y="85086"/>
                  <a:pt x="59809" y="82393"/>
                </a:cubicBezTo>
                <a:cubicBezTo>
                  <a:pt x="63377" y="79700"/>
                  <a:pt x="68425" y="80441"/>
                  <a:pt x="71118" y="84008"/>
                </a:cubicBezTo>
                <a:lnTo>
                  <a:pt x="80205" y="96125"/>
                </a:lnTo>
                <a:lnTo>
                  <a:pt x="100871" y="63040"/>
                </a:lnTo>
                <a:cubicBezTo>
                  <a:pt x="103227" y="59270"/>
                  <a:pt x="108208" y="58092"/>
                  <a:pt x="112011" y="60482"/>
                </a:cubicBezTo>
                <a:cubicBezTo>
                  <a:pt x="115815" y="62872"/>
                  <a:pt x="116959" y="67819"/>
                  <a:pt x="114569" y="7162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1" name="Text 8"/>
          <p:cNvSpPr/>
          <p:nvPr/>
        </p:nvSpPr>
        <p:spPr>
          <a:xfrm>
            <a:off x="805833" y="2553162"/>
            <a:ext cx="331348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DevOps complète et fonctionnelle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572" y="2932277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114569" y="71589"/>
                </a:moveTo>
                <a:lnTo>
                  <a:pt x="87643" y="114670"/>
                </a:lnTo>
                <a:cubicBezTo>
                  <a:pt x="86230" y="116925"/>
                  <a:pt x="83807" y="118339"/>
                  <a:pt x="81148" y="118473"/>
                </a:cubicBezTo>
                <a:cubicBezTo>
                  <a:pt x="78489" y="118608"/>
                  <a:pt x="75931" y="117396"/>
                  <a:pt x="74349" y="115242"/>
                </a:cubicBezTo>
                <a:lnTo>
                  <a:pt x="58193" y="93702"/>
                </a:lnTo>
                <a:cubicBezTo>
                  <a:pt x="55501" y="90134"/>
                  <a:pt x="56241" y="85086"/>
                  <a:pt x="59809" y="82393"/>
                </a:cubicBezTo>
                <a:cubicBezTo>
                  <a:pt x="63377" y="79700"/>
                  <a:pt x="68425" y="80441"/>
                  <a:pt x="71118" y="84008"/>
                </a:cubicBezTo>
                <a:lnTo>
                  <a:pt x="80205" y="96125"/>
                </a:lnTo>
                <a:lnTo>
                  <a:pt x="100871" y="63040"/>
                </a:lnTo>
                <a:cubicBezTo>
                  <a:pt x="103227" y="59270"/>
                  <a:pt x="108208" y="58092"/>
                  <a:pt x="112011" y="60482"/>
                </a:cubicBezTo>
                <a:cubicBezTo>
                  <a:pt x="115815" y="62872"/>
                  <a:pt x="116959" y="67819"/>
                  <a:pt x="114569" y="7162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3" name="Text 10"/>
          <p:cNvSpPr/>
          <p:nvPr/>
        </p:nvSpPr>
        <p:spPr>
          <a:xfrm>
            <a:off x="805833" y="2897812"/>
            <a:ext cx="3291409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100% automatisé</a:t>
            </a:r>
            <a:r>
              <a:rPr lang="en-US" sz="122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via GitLab CI/CD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8572" y="331139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114569" y="71589"/>
                </a:moveTo>
                <a:lnTo>
                  <a:pt x="87643" y="114670"/>
                </a:lnTo>
                <a:cubicBezTo>
                  <a:pt x="86230" y="116925"/>
                  <a:pt x="83807" y="118339"/>
                  <a:pt x="81148" y="118473"/>
                </a:cubicBezTo>
                <a:cubicBezTo>
                  <a:pt x="78489" y="118608"/>
                  <a:pt x="75931" y="117396"/>
                  <a:pt x="74349" y="115242"/>
                </a:cubicBezTo>
                <a:lnTo>
                  <a:pt x="58193" y="93702"/>
                </a:lnTo>
                <a:cubicBezTo>
                  <a:pt x="55501" y="90134"/>
                  <a:pt x="56241" y="85086"/>
                  <a:pt x="59809" y="82393"/>
                </a:cubicBezTo>
                <a:cubicBezTo>
                  <a:pt x="63377" y="79700"/>
                  <a:pt x="68425" y="80441"/>
                  <a:pt x="71118" y="84008"/>
                </a:cubicBezTo>
                <a:lnTo>
                  <a:pt x="80205" y="96125"/>
                </a:lnTo>
                <a:lnTo>
                  <a:pt x="100871" y="63040"/>
                </a:lnTo>
                <a:cubicBezTo>
                  <a:pt x="103227" y="59270"/>
                  <a:pt x="108208" y="58092"/>
                  <a:pt x="112011" y="60482"/>
                </a:cubicBezTo>
                <a:cubicBezTo>
                  <a:pt x="115815" y="62872"/>
                  <a:pt x="116959" y="67819"/>
                  <a:pt x="114569" y="7162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5" name="Text 12"/>
          <p:cNvSpPr/>
          <p:nvPr/>
        </p:nvSpPr>
        <p:spPr>
          <a:xfrm>
            <a:off x="805833" y="3276928"/>
            <a:ext cx="303292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Cluster K3s avec haute disponibilité</a:t>
            </a:r>
            <a:r>
              <a:rPr lang="en-US" sz="122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(2 pods)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8572" y="3690508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114569" y="71589"/>
                </a:moveTo>
                <a:lnTo>
                  <a:pt x="87643" y="114670"/>
                </a:lnTo>
                <a:cubicBezTo>
                  <a:pt x="86230" y="116925"/>
                  <a:pt x="83807" y="118339"/>
                  <a:pt x="81148" y="118473"/>
                </a:cubicBezTo>
                <a:cubicBezTo>
                  <a:pt x="78489" y="118608"/>
                  <a:pt x="75931" y="117396"/>
                  <a:pt x="74349" y="115242"/>
                </a:cubicBezTo>
                <a:lnTo>
                  <a:pt x="58193" y="93702"/>
                </a:lnTo>
                <a:cubicBezTo>
                  <a:pt x="55501" y="90134"/>
                  <a:pt x="56241" y="85086"/>
                  <a:pt x="59809" y="82393"/>
                </a:cubicBezTo>
                <a:cubicBezTo>
                  <a:pt x="63377" y="79700"/>
                  <a:pt x="68425" y="80441"/>
                  <a:pt x="71118" y="84008"/>
                </a:cubicBezTo>
                <a:lnTo>
                  <a:pt x="80205" y="96125"/>
                </a:lnTo>
                <a:lnTo>
                  <a:pt x="100871" y="63040"/>
                </a:lnTo>
                <a:cubicBezTo>
                  <a:pt x="103227" y="59270"/>
                  <a:pt x="108208" y="58092"/>
                  <a:pt x="112011" y="60482"/>
                </a:cubicBezTo>
                <a:cubicBezTo>
                  <a:pt x="115815" y="62872"/>
                  <a:pt x="116959" y="67819"/>
                  <a:pt x="114569" y="71623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17" name="Text 14"/>
          <p:cNvSpPr/>
          <p:nvPr/>
        </p:nvSpPr>
        <p:spPr>
          <a:xfrm>
            <a:off x="805833" y="3656043"/>
            <a:ext cx="2998457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r>
              <a:rPr lang="en-US" sz="122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: Terraform + Ansible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94102" y="2932717"/>
            <a:ext cx="2567644" cy="413580"/>
          </a:xfrm>
          <a:custGeom>
            <a:avLst/>
            <a:gdLst/>
            <a:ahLst/>
            <a:cxnLst/>
            <a:rect l="l" t="t" r="r" b="b"/>
            <a:pathLst>
              <a:path w="2567644" h="413580">
                <a:moveTo>
                  <a:pt x="68931" y="0"/>
                </a:moveTo>
                <a:lnTo>
                  <a:pt x="2498712" y="0"/>
                </a:lnTo>
                <a:cubicBezTo>
                  <a:pt x="2536782" y="0"/>
                  <a:pt x="2567644" y="30862"/>
                  <a:pt x="2567644" y="68931"/>
                </a:cubicBezTo>
                <a:lnTo>
                  <a:pt x="2567644" y="344649"/>
                </a:lnTo>
                <a:cubicBezTo>
                  <a:pt x="2567644" y="382719"/>
                  <a:pt x="2536782" y="413580"/>
                  <a:pt x="2498712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8994737" y="3700603"/>
            <a:ext cx="2567644" cy="413580"/>
          </a:xfrm>
          <a:custGeom>
            <a:avLst/>
            <a:gdLst/>
            <a:ahLst/>
            <a:cxnLst/>
            <a:rect l="l" t="t" r="r" b="b"/>
            <a:pathLst>
              <a:path w="2567644" h="413580">
                <a:moveTo>
                  <a:pt x="68931" y="0"/>
                </a:moveTo>
                <a:lnTo>
                  <a:pt x="2498712" y="0"/>
                </a:lnTo>
                <a:cubicBezTo>
                  <a:pt x="2536782" y="0"/>
                  <a:pt x="2567644" y="30862"/>
                  <a:pt x="2567644" y="68931"/>
                </a:cubicBezTo>
                <a:lnTo>
                  <a:pt x="2567644" y="344649"/>
                </a:lnTo>
                <a:cubicBezTo>
                  <a:pt x="2567644" y="382719"/>
                  <a:pt x="2536782" y="413580"/>
                  <a:pt x="2498712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313045" y="1859915"/>
            <a:ext cx="6568440" cy="2267585"/>
          </a:xfrm>
          <a:custGeom>
            <a:avLst/>
            <a:gdLst/>
            <a:ahLst/>
            <a:cxnLst/>
            <a:rect l="l" t="t" r="r" b="b"/>
            <a:pathLst>
              <a:path w="11494083" h="1628472">
                <a:moveTo>
                  <a:pt x="103392" y="0"/>
                </a:moveTo>
                <a:lnTo>
                  <a:pt x="11390692" y="0"/>
                </a:lnTo>
                <a:cubicBezTo>
                  <a:pt x="11447793" y="0"/>
                  <a:pt x="11494083" y="46290"/>
                  <a:pt x="11494083" y="103392"/>
                </a:cubicBezTo>
                <a:lnTo>
                  <a:pt x="11494083" y="1525080"/>
                </a:lnTo>
                <a:cubicBezTo>
                  <a:pt x="11494083" y="1582182"/>
                  <a:pt x="11447793" y="1628472"/>
                  <a:pt x="11390692" y="1628472"/>
                </a:cubicBezTo>
                <a:lnTo>
                  <a:pt x="103392" y="1628472"/>
                </a:lnTo>
                <a:cubicBezTo>
                  <a:pt x="46290" y="1628472"/>
                  <a:pt x="0" y="1582182"/>
                  <a:pt x="0" y="1525080"/>
                </a:cubicBezTo>
                <a:lnTo>
                  <a:pt x="0" y="103392"/>
                </a:lnTo>
                <a:cubicBezTo>
                  <a:pt x="0" y="46328"/>
                  <a:pt x="46328" y="0"/>
                  <a:pt x="103392" y="0"/>
                </a:cubicBezTo>
                <a:close/>
              </a:path>
            </a:pathLst>
          </a:custGeom>
          <a:solidFill>
            <a:srgbClr val="E59560">
              <a:alpha val="10196"/>
            </a:srgbClr>
          </a:solidFill>
          <a:ln w="12700">
            <a:solidFill>
              <a:srgbClr val="E59560">
                <a:alpha val="30196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69835" y="2047875"/>
            <a:ext cx="2242185" cy="275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Améliorations Futures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750562" y="275451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21541" y="15583"/>
                  <a:pt x="16728" y="10770"/>
                  <a:pt x="10770" y="10770"/>
                </a:cubicBezTo>
                <a:cubicBezTo>
                  <a:pt x="4813" y="10770"/>
                  <a:pt x="0" y="15583"/>
                  <a:pt x="0" y="21541"/>
                </a:cubicBezTo>
                <a:lnTo>
                  <a:pt x="0" y="134629"/>
                </a:lnTo>
                <a:cubicBezTo>
                  <a:pt x="0" y="149505"/>
                  <a:pt x="12049" y="161555"/>
                  <a:pt x="26926" y="161555"/>
                </a:cubicBezTo>
                <a:lnTo>
                  <a:pt x="161555" y="161555"/>
                </a:lnTo>
                <a:cubicBezTo>
                  <a:pt x="167512" y="161555"/>
                  <a:pt x="172325" y="156742"/>
                  <a:pt x="172325" y="150784"/>
                </a:cubicBezTo>
                <a:cubicBezTo>
                  <a:pt x="172325" y="144827"/>
                  <a:pt x="167512" y="140014"/>
                  <a:pt x="161555" y="140014"/>
                </a:cubicBezTo>
                <a:lnTo>
                  <a:pt x="26926" y="140014"/>
                </a:lnTo>
                <a:cubicBezTo>
                  <a:pt x="23964" y="140014"/>
                  <a:pt x="21541" y="137591"/>
                  <a:pt x="21541" y="134629"/>
                </a:cubicBezTo>
                <a:lnTo>
                  <a:pt x="21541" y="21541"/>
                </a:lnTo>
                <a:close/>
                <a:moveTo>
                  <a:pt x="158391" y="50688"/>
                </a:moveTo>
                <a:cubicBezTo>
                  <a:pt x="162598" y="46481"/>
                  <a:pt x="162598" y="39648"/>
                  <a:pt x="158391" y="35441"/>
                </a:cubicBezTo>
                <a:cubicBezTo>
                  <a:pt x="154184" y="31234"/>
                  <a:pt x="147351" y="31234"/>
                  <a:pt x="143144" y="35441"/>
                </a:cubicBezTo>
                <a:lnTo>
                  <a:pt x="107703" y="70916"/>
                </a:lnTo>
                <a:lnTo>
                  <a:pt x="88384" y="51630"/>
                </a:lnTo>
                <a:cubicBezTo>
                  <a:pt x="84177" y="47423"/>
                  <a:pt x="77344" y="47423"/>
                  <a:pt x="73137" y="51630"/>
                </a:cubicBezTo>
                <a:lnTo>
                  <a:pt x="40826" y="83941"/>
                </a:lnTo>
                <a:cubicBezTo>
                  <a:pt x="36619" y="88148"/>
                  <a:pt x="36619" y="94981"/>
                  <a:pt x="40826" y="99188"/>
                </a:cubicBezTo>
                <a:cubicBezTo>
                  <a:pt x="45033" y="103395"/>
                  <a:pt x="51866" y="103395"/>
                  <a:pt x="56073" y="99188"/>
                </a:cubicBezTo>
                <a:lnTo>
                  <a:pt x="80777" y="74483"/>
                </a:lnTo>
                <a:lnTo>
                  <a:pt x="100097" y="93803"/>
                </a:lnTo>
                <a:cubicBezTo>
                  <a:pt x="104304" y="98010"/>
                  <a:pt x="111136" y="98010"/>
                  <a:pt x="115343" y="93803"/>
                </a:cubicBezTo>
                <a:lnTo>
                  <a:pt x="158425" y="50721"/>
                </a:lnTo>
                <a:close/>
              </a:path>
            </a:pathLst>
          </a:custGeom>
          <a:solidFill>
            <a:srgbClr val="E59560"/>
          </a:solidFill>
        </p:spPr>
      </p:sp>
      <p:sp>
        <p:nvSpPr>
          <p:cNvPr id="44" name="Text 41"/>
          <p:cNvSpPr/>
          <p:nvPr/>
        </p:nvSpPr>
        <p:spPr>
          <a:xfrm>
            <a:off x="6047823" y="2720046"/>
            <a:ext cx="139583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047823" y="2995766"/>
            <a:ext cx="1387217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Prometheus + Grafana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69835" y="2730500"/>
            <a:ext cx="150495" cy="196215"/>
          </a:xfrm>
          <a:custGeom>
            <a:avLst/>
            <a:gdLst/>
            <a:ahLst/>
            <a:cxnLst/>
            <a:rect l="l" t="t" r="r" b="b"/>
            <a:pathLst>
              <a:path w="150784" h="172325">
                <a:moveTo>
                  <a:pt x="150784" y="69267"/>
                </a:moveTo>
                <a:cubicBezTo>
                  <a:pt x="145803" y="72565"/>
                  <a:pt x="140081" y="75224"/>
                  <a:pt x="134124" y="77344"/>
                </a:cubicBezTo>
                <a:cubicBezTo>
                  <a:pt x="118305" y="82999"/>
                  <a:pt x="97539" y="86163"/>
                  <a:pt x="75392" y="86163"/>
                </a:cubicBezTo>
                <a:cubicBezTo>
                  <a:pt x="53246" y="86163"/>
                  <a:pt x="32446" y="82965"/>
                  <a:pt x="16660" y="77344"/>
                </a:cubicBezTo>
                <a:cubicBezTo>
                  <a:pt x="10737" y="75224"/>
                  <a:pt x="4981" y="72565"/>
                  <a:pt x="0" y="69267"/>
                </a:cubicBezTo>
                <a:lnTo>
                  <a:pt x="0" y="96933"/>
                </a:lnTo>
                <a:cubicBezTo>
                  <a:pt x="0" y="111809"/>
                  <a:pt x="33758" y="123859"/>
                  <a:pt x="75392" y="123859"/>
                </a:cubicBezTo>
                <a:cubicBezTo>
                  <a:pt x="117026" y="123859"/>
                  <a:pt x="150784" y="111809"/>
                  <a:pt x="150784" y="96933"/>
                </a:cubicBezTo>
                <a:lnTo>
                  <a:pt x="150784" y="69267"/>
                </a:lnTo>
                <a:close/>
                <a:moveTo>
                  <a:pt x="150784" y="43081"/>
                </a:moveTo>
                <a:lnTo>
                  <a:pt x="150784" y="26926"/>
                </a:lnTo>
                <a:cubicBezTo>
                  <a:pt x="150784" y="12049"/>
                  <a:pt x="117026" y="0"/>
                  <a:pt x="75392" y="0"/>
                </a:cubicBezTo>
                <a:cubicBezTo>
                  <a:pt x="33758" y="0"/>
                  <a:pt x="0" y="12049"/>
                  <a:pt x="0" y="26926"/>
                </a:cubicBezTo>
                <a:lnTo>
                  <a:pt x="0" y="43081"/>
                </a:lnTo>
                <a:cubicBezTo>
                  <a:pt x="0" y="57958"/>
                  <a:pt x="33758" y="70007"/>
                  <a:pt x="75392" y="70007"/>
                </a:cubicBezTo>
                <a:cubicBezTo>
                  <a:pt x="117026" y="70007"/>
                  <a:pt x="150784" y="57958"/>
                  <a:pt x="150784" y="43081"/>
                </a:cubicBezTo>
                <a:close/>
                <a:moveTo>
                  <a:pt x="134124" y="131196"/>
                </a:moveTo>
                <a:cubicBezTo>
                  <a:pt x="118339" y="136817"/>
                  <a:pt x="97572" y="140014"/>
                  <a:pt x="75392" y="140014"/>
                </a:cubicBezTo>
                <a:cubicBezTo>
                  <a:pt x="53212" y="140014"/>
                  <a:pt x="32446" y="136817"/>
                  <a:pt x="16660" y="131196"/>
                </a:cubicBezTo>
                <a:cubicBezTo>
                  <a:pt x="10737" y="129076"/>
                  <a:pt x="4981" y="126417"/>
                  <a:pt x="0" y="123118"/>
                </a:cubicBezTo>
                <a:lnTo>
                  <a:pt x="0" y="145399"/>
                </a:lnTo>
                <a:cubicBezTo>
                  <a:pt x="0" y="160276"/>
                  <a:pt x="33758" y="172325"/>
                  <a:pt x="75392" y="172325"/>
                </a:cubicBezTo>
                <a:cubicBezTo>
                  <a:pt x="117026" y="172325"/>
                  <a:pt x="150784" y="160276"/>
                  <a:pt x="150784" y="145399"/>
                </a:cubicBezTo>
                <a:lnTo>
                  <a:pt x="150784" y="123118"/>
                </a:lnTo>
                <a:cubicBezTo>
                  <a:pt x="145803" y="126417"/>
                  <a:pt x="140081" y="129076"/>
                  <a:pt x="134124" y="131196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48" name="Text 45"/>
          <p:cNvSpPr/>
          <p:nvPr/>
        </p:nvSpPr>
        <p:spPr>
          <a:xfrm>
            <a:off x="7856220" y="2686050"/>
            <a:ext cx="1628775" cy="275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Persistance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856220" y="2966720"/>
            <a:ext cx="16198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PostgreSQL avec volumes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622155" y="2701290"/>
            <a:ext cx="129540" cy="196215"/>
          </a:xfrm>
          <a:custGeom>
            <a:avLst/>
            <a:gdLst/>
            <a:ahLst/>
            <a:cxnLst/>
            <a:rect l="l" t="t" r="r" b="b"/>
            <a:pathLst>
              <a:path w="129244" h="172325">
                <a:moveTo>
                  <a:pt x="43081" y="32311"/>
                </a:moveTo>
                <a:lnTo>
                  <a:pt x="43081" y="53852"/>
                </a:lnTo>
                <a:lnTo>
                  <a:pt x="86163" y="53852"/>
                </a:lnTo>
                <a:lnTo>
                  <a:pt x="86163" y="32311"/>
                </a:lnTo>
                <a:cubicBezTo>
                  <a:pt x="86163" y="20430"/>
                  <a:pt x="76503" y="10770"/>
                  <a:pt x="64622" y="10770"/>
                </a:cubicBezTo>
                <a:cubicBezTo>
                  <a:pt x="52741" y="10770"/>
                  <a:pt x="43081" y="20430"/>
                  <a:pt x="43081" y="32311"/>
                </a:cubicBezTo>
                <a:close/>
                <a:moveTo>
                  <a:pt x="21541" y="53852"/>
                </a:moveTo>
                <a:lnTo>
                  <a:pt x="21541" y="32311"/>
                </a:lnTo>
                <a:cubicBezTo>
                  <a:pt x="21541" y="8515"/>
                  <a:pt x="40826" y="-10770"/>
                  <a:pt x="64622" y="-10770"/>
                </a:cubicBezTo>
                <a:cubicBezTo>
                  <a:pt x="88418" y="-10770"/>
                  <a:pt x="107703" y="8515"/>
                  <a:pt x="107703" y="32311"/>
                </a:cubicBezTo>
                <a:lnTo>
                  <a:pt x="107703" y="53852"/>
                </a:lnTo>
                <a:cubicBezTo>
                  <a:pt x="119584" y="53852"/>
                  <a:pt x="129244" y="63511"/>
                  <a:pt x="129244" y="75392"/>
                </a:cubicBezTo>
                <a:lnTo>
                  <a:pt x="129244" y="150784"/>
                </a:lnTo>
                <a:cubicBezTo>
                  <a:pt x="129244" y="162665"/>
                  <a:pt x="119584" y="172325"/>
                  <a:pt x="107703" y="172325"/>
                </a:cubicBezTo>
                <a:lnTo>
                  <a:pt x="21541" y="172325"/>
                </a:lnTo>
                <a:cubicBezTo>
                  <a:pt x="9660" y="172325"/>
                  <a:pt x="0" y="162665"/>
                  <a:pt x="0" y="150784"/>
                </a:cubicBezTo>
                <a:lnTo>
                  <a:pt x="0" y="75392"/>
                </a:lnTo>
                <a:cubicBezTo>
                  <a:pt x="0" y="63511"/>
                  <a:pt x="9660" y="53852"/>
                  <a:pt x="21541" y="53852"/>
                </a:cubicBezTo>
                <a:close/>
              </a:path>
            </a:pathLst>
          </a:custGeom>
          <a:solidFill>
            <a:srgbClr val="E59560"/>
          </a:solidFill>
        </p:spPr>
      </p:sp>
      <p:sp>
        <p:nvSpPr>
          <p:cNvPr id="52" name="Text 49"/>
          <p:cNvSpPr/>
          <p:nvPr/>
        </p:nvSpPr>
        <p:spPr>
          <a:xfrm>
            <a:off x="9897745" y="2656840"/>
            <a:ext cx="1585595" cy="275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9897745" y="2937510"/>
            <a:ext cx="157670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7D8A9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HTTPS avec Let's Encrypt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3020695" y="5229860"/>
            <a:ext cx="6075045" cy="516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7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Merci pour votre attention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5076</Words>
  <Application>WPS Presentation</Application>
  <PresentationFormat>On-screen Show (16:9)</PresentationFormat>
  <Paragraphs>403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Quattrocento Sans</vt:lpstr>
      <vt:lpstr>Quattrocento Sans</vt:lpstr>
      <vt:lpstr>Quattrocento Sans</vt:lpstr>
      <vt:lpstr>Liter</vt:lpstr>
      <vt:lpstr>Liter</vt:lpstr>
      <vt:lpstr>Liter</vt:lpstr>
      <vt:lpstr>MiSans</vt:lpstr>
      <vt:lpstr>MiSans</vt:lpstr>
      <vt:lpstr>Calibri</vt:lpstr>
      <vt:lpstr>Microsoft YaHei</vt:lpstr>
      <vt:lpstr>Arial Unicode MS</vt:lpstr>
      <vt:lpstr>Times New Roman</vt:lpstr>
      <vt:lpstr>Segoe UI</vt:lpstr>
      <vt:lpstr>Traditional Arabic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DevOps avec CI/CD et Kubernetes</dc:title>
  <dc:creator>Kimi</dc:creator>
  <dc:subject>Infrastructure DevOps avec CI/CD et Kubernetes</dc:subject>
  <cp:lastModifiedBy>sanae</cp:lastModifiedBy>
  <cp:revision>2</cp:revision>
  <dcterms:created xsi:type="dcterms:W3CDTF">2026-03-23T19:55:00Z</dcterms:created>
  <dcterms:modified xsi:type="dcterms:W3CDTF">2026-03-23T21:31:00Z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{"Label":"Infrastructure DevOps avec CI/CD et Kubernetes","ContentProducer":"001191110108MACG2KBH8F10000","ProduceID":"19d1c440-dc62-88f1-8000-00009b4db430","ReservedCode1":"","ContentPropagator":"001191110108MACG2KBH8F20000","PropagateID":"19d1c440-dc62-88f1-8000-00009b4db430","ReservedCode2":""}</vt:lpwstr>
  </property>
  <property fmtid="{D5CDD505-2E9C-101B-9397-08002B2CF9AE}" pid="3" name="ICV">
    <vt:lpwstr>EDB5C79B1CE747A1A328B768DD38C6A1_13</vt:lpwstr>
  </property>
  <property fmtid="{D5CDD505-2E9C-101B-9397-08002B2CF9AE}" pid="4" name="KSOProductBuildVer">
    <vt:lpwstr>1036-12.2.0.23196</vt:lpwstr>
  </property>
</Properties>
</file>